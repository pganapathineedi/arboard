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ARBoard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Salesforce Architecture Review 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200400" cy="0"/>
          </a:xfrm>
          <a:prstGeom prst="line">
            <a:avLst/>
          </a:prstGeom>
          <a:noFill/>
          <a:ln w="254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specialist agents · Multi-phase debate · ADR output · Jira integration · Cross-session memory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Claude API · Next.js 14 · Supabase · Vercel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reviews are slow, inconsistent, and often too 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meetings take weeks to schedule. Design decisions cannot wait.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9192" y="141732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9192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79192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9192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depends on who is in the room. Same pattern, different outcome.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55464" y="141732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55464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55464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5464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happens after build starts. Rework is expensive.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31736" y="141732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31736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31736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31736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review starts from scratch. Past decisions are not enforced.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ARBoard runs a full architecture review in minutes, not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481328"/>
            <a:ext cx="502920" cy="502920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text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 doc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(PDF / Word upload)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810512"/>
            <a:ext cx="18288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7007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EBF2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81328"/>
            <a:ext cx="502920" cy="502920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057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377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specialist agents 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parallel, each critiquing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their domain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810512"/>
            <a:ext cx="18288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17007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1481328"/>
            <a:ext cx="502920" cy="502920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057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377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agent arbitrates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conflicts, assigns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1810512"/>
            <a:ext cx="18288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7007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43800" y="1481328"/>
            <a:ext cx="502920" cy="502920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2057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2377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countersigns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assigns to architect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Jira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Document Review mode — upload a solution design doc and agents critique it section by section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brings genuine domain expertise — and they disagree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patterns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 limits,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async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performance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371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logic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events,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8986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volume,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57400" y="27889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57400" y="28986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OmniStudio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Vlocity, DataRaptor,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OmniScript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27889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28986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failure patterns,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7889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0F1E3C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40680" y="28986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Arbitrates conflicts,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verdict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Designer → Phase 2: 7 specialists in parallel → Phase 3: Judge + Scribe + Learner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GROUNDING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grounded in four layers of knowledge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EBEBE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4264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knowledge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70078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training — Salesforce patterns, anti-patterns, best practices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EBF2F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12848"/>
            <a:ext cx="411480" cy="411480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1762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principles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450592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Salesforce Well-Architected principles injected per agent. Zero latency.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62656"/>
            <a:ext cx="411480" cy="4114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2926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failure pattern library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320040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patterns from past engagements (FP-004 to FP-007+). Agents cite by 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621024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712464"/>
            <a:ext cx="411480" cy="4114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3675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3950208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ADR decisions retrieved from Jira. Agents enforce consistency across sessions.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Post-Friday: pgvector RAG in Supabase — Well-Architected Framework + delivery standards as searchable vector store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ENGINEERING — LEARNINGS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consumption: measured, then engineered 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per session (9 agents, real doc)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029200" cy="329184"/>
          </a:xfrm>
          <a:prstGeom prst="rect">
            <a:avLst/>
          </a:prstGeom>
          <a:solidFill>
            <a:srgbClr val="0F1E3C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67335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0" y="167335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502920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208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 (NovaPeak SDD)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0" y="20208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~4,000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0" y="202082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to all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682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agent system prompts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236829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~18,000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0" y="236829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boilerplate = waste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670048"/>
            <a:ext cx="502920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157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memory (50 tickets fetched)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7157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~50,000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0" y="27157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Over-fetching, scored client-side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017520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632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 + Learner full context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306324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— only need Judge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364992"/>
            <a:ext cx="502920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107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outputs (9 × 500)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341071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~4,500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0" y="341071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712464"/>
            <a:ext cx="5029200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581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baseline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375818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~82,500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0" y="375818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~$0.29 per session on Sonnet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13258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Optimisations implemented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06440" y="1627632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64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JQL tightening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1847088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~30,000 tokens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2103120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1396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Scribe/Learner context trim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2322576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~6,000 tokens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2578608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EBF2F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base prompt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97880" y="2798064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~5,000 tokens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3054096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section routing (post-Fri)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7880" y="327355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~20,000 tokens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3529584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3566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(post-Fri)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97880" y="3749040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90% on system prompts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44622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optimisations: ~$0.08–0.12 per session  ·  Full 9-agent run reserved for demo rehearsal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action maps to a deliberate backend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8321040" cy="365760"/>
          </a:xfrm>
          <a:prstGeom prst="rect">
            <a:avLst/>
          </a:prstGeom>
          <a:solidFill>
            <a:srgbClr val="0F1E3C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24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1362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97880" y="136245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832104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465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requirement or doc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7465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ForumOrchestrator triggers 3-phase pipeline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97880" y="174650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 (SSE streaming)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66544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30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upload (PDF/Word)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21305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extracted, chunked by section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213055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 → agent context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450592"/>
            <a:ext cx="832104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runs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5146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memory retrieved before agents start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251460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REST API (ARBOARD project)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986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outputs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08960" y="2898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patterns matched, FP-xxx cited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986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failure_patterns table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218688"/>
            <a:ext cx="832104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826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completes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32826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makes endorsement decision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28269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 Review Panel (new)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602736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667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/ assign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08960" y="36667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 created with assignee + comment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6667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REST — arboard-adr / arboard-signed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986784"/>
            <a:ext cx="832104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507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Countersign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08960" y="40507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written to Supabase audit trail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5079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signoffs table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370832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348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connect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108960" y="44348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metadata injected into agent prompts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4348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MCP / jsforce fallback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requirement input to production-grade review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EBF2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6002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01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9 specialist agents + ForumOrchestrator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23774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3-phase parallel execution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8529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Impact Analyser — selective agent loading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1828800"/>
            <a:ext cx="16002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901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Jira ADR ticket creation + countersign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0048" y="23774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Supabase operational store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70048" y="28529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Salesforce MCP + jsforce fallback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828800"/>
            <a:ext cx="16002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901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 failure pattern library (FP-004→FP-007)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23774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Cross-session memory via Jira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18888" y="28529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Endorsement Review Panel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3716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0F1E3C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1828800"/>
            <a:ext cx="1600200" cy="0"/>
          </a:xfrm>
          <a:prstGeom prst="line">
            <a:avLst/>
          </a:prstGeom>
          <a:noFill/>
          <a:ln w="6350">
            <a:solidFill>
              <a:srgbClr val="4455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1901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Document review mode (NEW)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67728" y="23774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Well-Architected principles injection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67728" y="28529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Token optimisation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deepen over time — not a one-shot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done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Jira memory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failure pattern library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badges + endorsement 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org metadata injection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cost analytics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32588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EBF2F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325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3350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792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 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3042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Well-Architected principles in prompts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optimisations (3 fixes)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33284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endorsement — Jira assign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Revision Round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44184" y="132588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4184" y="1325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13350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Post-Friday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1792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RAG — full framework corpus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23042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client config in Supabase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(90% cost reduction)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1344" y="33284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section routing per agent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81344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write-back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FOR OTHERS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differently — and what surprised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" y="18288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before optimising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10312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hit ~$0.29/session baseline. Targeted 3 fixes cut it to ~$0.08. Know your token breakdown before building.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27832" y="137160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27832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beats prompt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quality gains came from structured grounding (memory, patterns, principles) — not tweaking prompts.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44184" y="137160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44184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53912" y="18288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gracefully everywhere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53912" y="210312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external call (Jira, Supabase, MCP) must be try/catch with fallback. A broken integration cannot kill a session.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" y="32461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content from 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352044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owns ADR content. Supabase owns operational data. Never duplicate. This decision made memory retrieval trivial.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27832" y="27889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27832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mode is not optional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52044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ANTHROPIC_API_KEY=mock saved significant cost during build. Reserve real API calls for quality validation only.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44184" y="27889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44184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53912" y="32461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IP is the reasoning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352044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6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wire MCP to Claude. The defensible moat is the accumulated prompt engineering and pattern library.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Board is open.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2331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arboard.vercel.app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8346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layers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session (optimised)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751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Claude API · Next.js 14 · Supabase · Vercel · Jira · Salesforce MCP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 Architecture Review Board</dc:title>
  <dc:subject>PptxGenJS Presentation</dc:subject>
  <dc:creator>PptxGenJS</dc:creator>
  <cp:lastModifiedBy>PptxGenJS</cp:lastModifiedBy>
  <cp:revision>1</cp:revision>
  <dcterms:created xsi:type="dcterms:W3CDTF">2026-06-27T03:16:30Z</dcterms:created>
  <dcterms:modified xsi:type="dcterms:W3CDTF">2026-06-27T03:16:30Z</dcterms:modified>
</cp:coreProperties>
</file>