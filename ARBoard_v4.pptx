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Introduce ARBoard — the core concept is 9 specialist AI agents that debate Salesforce architecture requirements and produce formal ADRs. Mention this is running live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context. The key point is that these four problems compound — skipping reviews leads to repeat mistakes which leads to rework. ARBoard addresses all four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a room of senior architects. The key differentiator is not that it uses AI — everyone can do that. It's that the process is governed, repeatable, and institutionalised. The pattern library is the credibility anchor.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layer. The key architectural point: agents run sequentially not in parallel — each reads all prior outputs, enabling genuine cross-referencing debate. Pattern retrieval is pre-wired per agent domain from Supabase before the session starts.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moment — run the Customer 360 / SAP integration requirement live. Watch Integration agent cite FP-004 and FP-005 by ID. This is the credibility anchor — not generic AI advice, but pattern-matched against documented SI failures.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table row by row. The key point for architects: every user action maps to a real backend component. Nothing is magic. Jira owns ADR content, Supabase owns operational data, Anthropic API owns the reasoning. Clean separation of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ask — what input do senior architects have on the pattern library? Their real delivery experiences are the most valuable content we can add. Position this as a practice capability, not a personal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640080"/>
            <a:ext cx="8412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365760" y="16916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Salesforce Architecture Review Board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2377440"/>
            <a:ext cx="8412480" cy="2743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289304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9304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12848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12848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36392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36392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059936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9936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07024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07024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830568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54112" y="2606040"/>
            <a:ext cx="868680" cy="347472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54112" y="2606040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15468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specialist agents · Structured debate · Formal ADR · Grounded in real SI failure patterns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938528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38528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82696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82696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26864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26864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971032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71032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315200" y="4480560"/>
            <a:ext cx="1234440" cy="274320"/>
          </a:xfrm>
          <a:prstGeom prst="roundRect">
            <a:avLst>
              <a:gd name="adj" fmla="val 26667"/>
            </a:avLst>
          </a:prstGeom>
          <a:solidFill>
            <a:srgbClr val="1E2D4E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0" y="4480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reviews are broken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complex Salesforce programmes, design governance either slows delivery — or gets skipped entirely.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7373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2024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23591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Weeks, not days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66928" y="2743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a review panel together for a design decision takes days to weeks. By then the team has moved on.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532888" y="17373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1920240"/>
            <a:ext cx="347472" cy="34747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42616" y="23591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Tribal knowledge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642616" y="2743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quality depends entirely on who's in the room. CTA-level expertise is scarce, expensive, and unscalable.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4608576" y="17373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920240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718304" y="23591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trail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18304" y="2743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made in meetings vanish. No record of what was reviewed, flagged, or why an approach was chosen.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6684264" y="1737360"/>
            <a:ext cx="1920240" cy="192024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856" y="1920240"/>
            <a:ext cx="347472" cy="34747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793992" y="235915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mistakes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6793992" y="2743200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institutional memory, teams repeat the same architecture failures across projects and clients.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EVERYONE ASKS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just paste requirements into Claude?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/ ChatGPT directly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965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One generalist perspective — no specialist debate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2322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structured verdict or ADR format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679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repeatable, governed process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Salesforce domain guardrails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audit trail or sign-off flow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49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SI failure pattern grounding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4105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Quality varies by how well you prompt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3931920" cy="3291840"/>
          </a:xfrm>
          <a:prstGeom prst="roundRect">
            <a:avLst>
              <a:gd name="adj" fmla="val 2778"/>
            </a:avLst>
          </a:prstGeom>
          <a:solidFill>
            <a:srgbClr val="1122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892040" y="15087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92040" y="196596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9 specialists debate — each reads prior outputs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92040" y="232257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Structured ADR every time, binding verdict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92040" y="267919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Governed process any architect can run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30358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CTA-level Salesforce domain prompts built 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92040" y="3392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Jira ADR + human countersign audit trail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374904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Grounded in real SI failure pattern library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92040" y="410565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Consistent quality regardless of who runs it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requirement to ADR — full system 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A2540"/>
          </a:solidFill>
          <a:ln w="9525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365760" y="19659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0116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RETRIEVAL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65760" y="288036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12240"/>
          </a:solidFill>
          <a:ln w="9525">
            <a:solidFill>
              <a:srgbClr val="14B8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260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FORUM (sequential)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1A2540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977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PERSISTENCE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02920" y="1371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/ DOCX / TXT upload  →  Requirement text  →  Salesforce org metadata (OAuth)  →  Client config injection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286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(pgvector-ready)  →  Component tag match  →  Top 3 patterns per agent  →  FP-004 · FP-005 · FP-006 · FP-007 injected into system prompts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6172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6172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LWC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249424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9424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OmniStudio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122676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22676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95928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95928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69180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9180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742432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42432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15684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1A2540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15684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88936" y="3154680"/>
            <a:ext cx="813816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88936" y="31546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" y="4251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Recommendation + Confidence badge  →  ADR (Jira ticket)  →  Human countersign  →  Supabase audit trail  →  Vercel deployment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stack:  Next.js 14  ·  TypeScript  ·  Anthropic Claude API (SSE streaming)  ·  Supabase Postgres  ·  Atlassian Jira REST  ·  Vercel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CAPABILITY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Failure Pattern Library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now grounded in documented real-world SI delivery failures — not just best practice theory.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6184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115568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FP-004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911096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limit breach — no governor analysis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integration via REST hit daily API limit on day 3 of UAT. Redesign to Bulk API 2.0 delayed go-live 3 weeks.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32888" y="150876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42616" y="16184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42616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191256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FP-005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42616" y="1911096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MuleSoft CDC workaround — no error handling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42616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Events bypassed via direct DB query. No retry logic. Silent failures caused undetected data sync gaps.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08576" y="150876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18304" y="16184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18304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266944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FP-006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18304" y="1911096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error logging — failures invisible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18304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failed silently in production. Issue surfaced 2 weeks later via client complaint. Manual log trawl across 3 systems.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84264" y="1508760"/>
            <a:ext cx="1920240" cy="1965960"/>
          </a:xfrm>
          <a:prstGeom prst="roundRect">
            <a:avLst>
              <a:gd name="adj" fmla="val 4762"/>
            </a:avLst>
          </a:prstGeom>
          <a:solidFill>
            <a:srgbClr val="1A2540"/>
          </a:solidFill>
          <a:ln w="6350">
            <a:solidFill>
              <a:srgbClr val="1E2D4E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93992" y="1618488"/>
            <a:ext cx="502920" cy="219456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93992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42632" y="162763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FP-007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793992" y="1911096"/>
            <a:ext cx="17007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SOQL in loop — governor limit at scale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93992" y="2423160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inside for-loop worked in dev. 200-record batch hit 101 SOQL limit in production. Full rollback, no alerting.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112240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stored in Supabase · Retrieved per agent domain before each session · Agents cite by ID (FP-xxx) in their analysis · Growing library — real experiences from architects across the practice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do — and what fires behind it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1E2D4E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46120" y="1005840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1E2D4E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4612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126480" y="1005840"/>
            <a:ext cx="2651760" cy="329184"/>
          </a:xfrm>
          <a:prstGeom prst="roundRect">
            <a:avLst>
              <a:gd name="adj" fmla="val 19444"/>
            </a:avLst>
          </a:prstGeom>
          <a:solidFill>
            <a:srgbClr val="1E2D4E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005840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SYSTEM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44475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2540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4447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requirement (text or document upload)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9544" y="153619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4447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parsed, Salesforce clouds detected, impact analysis selects active agents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89904" y="153619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4447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· Anthropic Claude · Document parser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199339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F1629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9933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runs — watch 9 agents debate live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9544" y="208483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19933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run sequentially via SSE streaming, each reading prior outputs. Failure patterns injected per agent.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089904" y="208483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99339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AgentRunner · Anthropic Claude API · Supabase (pattern retrieval)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254203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2540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5420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Draft Recommendation + verdict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9544" y="263347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37560" y="25420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synthesises all agent debate into binding decision with confidence badge and must-fix list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089904" y="263347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254203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 agent · ForumOrchestrator · Next.js SSE stream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65760" y="309067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F1629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0906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automatically created in Jira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9544" y="318211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0906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ADR ticket written to Jira with full agent debate, verdict, and session metadata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089904" y="318211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0" y="309067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Atlassian Jira REST API · mbapps.atlassian.net · Project: ARBOARD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65760" y="363931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1A2540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393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 countersigns the recommendation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9544" y="373075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37560" y="36393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architect endorses ADR. Jira ticket label updated from arboard-adr → arboard-signed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89904" y="373075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17920" y="363931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REST API (label update) · Supabase signoffs table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65760" y="4187952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0F1629"/>
          </a:solidFill>
          <a:ln w="3810">
            <a:solidFill>
              <a:srgbClr val="1E2D4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1879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cost and usage tracked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209544" y="427939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41879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counts, cost estimate, confidence level, duration saved per session for SI billing/analytics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089904" y="4279392"/>
            <a:ext cx="0" cy="329184"/>
          </a:xfrm>
          <a:prstGeom prst="line">
            <a:avLst/>
          </a:prstGeom>
          <a:noFill/>
          <a:ln w="6350">
            <a:solidFill>
              <a:srgbClr val="1E2D4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17920" y="4187952"/>
            <a:ext cx="2514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sessions table · Supabase cost_alerts table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prototype to practice-wide capability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Live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1755648"/>
            <a:ext cx="23317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74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9-agent forum with SSE streaming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Jira ADR + human countersign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7889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SI failure pattern library (Supabase)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2461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Supabase session + cost audit trail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7033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Vercel deployment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19272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A2540"/>
          </a:solidFill>
          <a:ln w="12700">
            <a:solidFill>
              <a:srgbClr val="38BDF8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56432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4 Weeks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456432" y="1755648"/>
            <a:ext cx="23317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456432" y="1874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Expand pattern library with real arch experiences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56432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Auth + RBAC (Azure AD / Okta)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56432" y="27889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Revision Round fix + multi-round debate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56432" y="32461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Cost dashboard + budget caps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56432" y="37033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Second client deployment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81344" y="12801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A2540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318504" y="138988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Weeks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318504" y="1755648"/>
            <a:ext cx="233172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18504" y="18745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Vector search (pgvector) for pattern retrieval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18504" y="23317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Confluence write-back alongside Jira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18504" y="27889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AppExchange packaging exploration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18504" y="32461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Industry editions: FSC · Health · Telco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3703320"/>
            <a:ext cx="2331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Multi-tenant SaaS offering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Review Board is open.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ARBoard — AI-Powered Salesforce Architecture Review Board</dc:title>
  <dc:subject>PptxGenJS Presentation</dc:subject>
  <dc:creator>PptxGenJS</dc:creator>
  <cp:lastModifiedBy>PptxGenJS</cp:lastModifiedBy>
  <cp:revision>1</cp:revision>
  <dcterms:created xsi:type="dcterms:W3CDTF">2026-06-25T00:38:08Z</dcterms:created>
  <dcterms:modified xsi:type="dcterms:W3CDTF">2026-06-25T00:38:08Z</dcterms:modified>
</cp:coreProperties>
</file>