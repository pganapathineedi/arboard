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</a:rPr>
              <a:t>ENTERPRISE FIT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Where ARBoard fits in your delivery workflow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17220" y="1325880"/>
            <a:ext cx="173736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4732" y="1435608"/>
            <a:ext cx="402336" cy="40233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4732" y="1435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8660" y="191109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Solution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8660" y="23134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Architect completes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SDD / HLD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91156" y="1897380"/>
            <a:ext cx="246888" cy="27432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4620" y="1325880"/>
            <a:ext cx="1737360" cy="1417320"/>
          </a:xfrm>
          <a:prstGeom prst="roundRect">
            <a:avLst>
              <a:gd name="adj" fmla="val 6452"/>
            </a:avLst>
          </a:prstGeom>
          <a:solidFill>
            <a:srgbClr val="EFF6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42132" y="143560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2132" y="1435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66060" y="191109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ARBoard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Pre-Review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66060" y="23134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Upload doc · 9 agents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debate · ADR created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48556" y="1897380"/>
            <a:ext cx="246888" cy="27432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2020" y="1325880"/>
            <a:ext cx="173736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9532" y="1435608"/>
            <a:ext cx="402336" cy="40233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9532" y="1435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23460" y="191109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ARB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Presentation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3460" y="23134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Senior architects review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pre-validated design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05956" y="1897380"/>
            <a:ext cx="246888" cy="27432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9420" y="1325880"/>
            <a:ext cx="1737360" cy="1417320"/>
          </a:xfrm>
          <a:prstGeom prst="roundRect">
            <a:avLst>
              <a:gd name="adj" fmla="val 6452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6932" y="1435608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6932" y="1435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80860" y="191109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Sign-off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Delivery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80860" y="23134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Human countersign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Jira ADR enforced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74620" y="2907792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74620" y="29077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ARBoard sits here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273552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3467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✓  Designers get instant feedback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362102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Upload SDD at any point. Get a structured multi-agent review in under 3 minutes — before the ARB meeting.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273552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3467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✓  Senior architects get quality assurance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362102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Every design presented to the ARB has already been debated by 9 specialist agents. No surprises in the room.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3273552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33467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✓  ADR is auto-generated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362102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Verdict, must-fix issues, and decisions are written to a Jira ADR ticket automatically. Human countersign enforces governance.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</a:rPr>
              <a:t>THE PROPOSITION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The UI is not the product.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The deliberative engine is.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444752"/>
            <a:ext cx="402336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361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53619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Multi-specialist deliberation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65376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9 domain experts debate — not one model. LWC, Apex, Integration, Patterns, Flow each bring a different lens and cross-reference before the Judge rules.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444752"/>
            <a:ext cx="402336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5361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153619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4-layer grounding stack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865376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Well-Architected principles + SI failure patterns (FP-004–FP-012) + Jira ADR memory + org learnings — injected automatically into every agent.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761488"/>
            <a:ext cx="402336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529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8529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Institutional memory that compounds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18211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Every session writes learnings back. Session 10 is smarter than Session 1. Client-partitioned org learnings is the moat — ARBoard knows your org better than a new joiner.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761488"/>
            <a:ext cx="402336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8529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21C"/>
                </a:solidFill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28529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Governed ADR trail — $0.33 per review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18211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Verdict auto-creates a Jira ADR with human countersign. $0.33 vs 2-3 hours of senior architect time. Defensible and auditable for CPS 234 and regulated delivery.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041648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04164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</a:rPr>
              <a:t>The UI today is a demo vehicle. The deliberative engine, grounding stack, and org memory are the IP.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2026-07-01T11:25:12Z</dcterms:created>
  <dcterms:modified xsi:type="dcterms:W3CDTF">2026-07-01T11:25:12Z</dcterms:modified>
</cp:coreProperties>
</file>