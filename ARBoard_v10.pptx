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SI Failure Pattern Library (FP-004–FP-012)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upgrade needed — currently full-inject, no selectivity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(8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 retrieval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has pgvector built in. Embed org learnings and failure patterns on write. Top-K retrieval by cosine similarity replaces full-inject — improves relevance, reduces cost.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PptxGenJS</cp:lastModifiedBy>
  <cp:revision>1</cp:revision>
  <dcterms:created xsi:type="dcterms:W3CDTF">2026-07-06T01:58:03Z</dcterms:created>
  <dcterms:modified xsi:type="dcterms:W3CDTF">2026-07-06T01:58:03Z</dcterms:modified>
</cp:coreProperties>
</file>