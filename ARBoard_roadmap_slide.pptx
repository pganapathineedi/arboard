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Engineered to deepen over time — not a one-shot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Now — done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16736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Cross-session Jira memory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00784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07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SI failure pattern library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848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Confidence badges + endorsement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Salesforce org metadata injection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52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Supabase cost analytics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932688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932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Also done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1316736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316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Document review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1700784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7007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Well-Architected principles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208483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0848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Token optimisations (3 fixes)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46888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Gated endorsement — Jira assign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852928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852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Fix Revision Round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932688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9326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1316736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3167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pgvector — semantic org memory retrieval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1700784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7007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Round 2 Rebuttal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084832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0848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Domain-agnostic multi-tenant config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2468880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4688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Prompt caching (90% cost reduction)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2852928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85292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Doc section routing per agent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3236976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2369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 Confluence write-back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657600"/>
            <a:ext cx="283464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7124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pgvector / Semantic Memory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" y="393192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Instead of retrieving all org learnings by domain filter, use vector embeddings to pull only the most relevant past learnings for this specific design. Like a smart search, not a keyword match.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64408" y="3657600"/>
            <a:ext cx="283464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4136" y="37124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Round 2 Rebuttal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74136" y="393192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Design team responds to each must-fix condition from the prior ADR. Agents evaluate whether the response is adequate — ruling per condition: Accepted / Partially Accepted / Still Failing.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54496" y="3657600"/>
            <a:ext cx="283464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37124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Domain-agnostic Multi-tenant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64224" y="393192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Same 9-agent engine, different knowledge layers per client/domain. Health Cloud gets aged-care compliance context. Financial Services gets APRA. Each client's org learnings are partitioned separately.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2026-07-01T11:32:56Z</dcterms:created>
  <dcterms:modified xsi:type="dcterms:W3CDTF">2026-07-01T11:32:56Z</dcterms:modified>
</cp:coreProperties>
</file>