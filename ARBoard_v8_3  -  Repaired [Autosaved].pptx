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4" r:id="rId7"/>
    <p:sldId id="262" r:id="rId8"/>
    <p:sldId id="263" r:id="rId9"/>
    <p:sldId id="261" r:id="rId10"/>
    <p:sldId id="264" r:id="rId11"/>
    <p:sldId id="265" r:id="rId12"/>
    <p:sldId id="266" r:id="rId13"/>
    <p:sldId id="267" r:id="rId14"/>
    <p:sldId id="268" r:id="rId15"/>
    <p:sldId id="269" r:id="rId16"/>
    <p:sldId id="270" r:id="rId17"/>
    <p:sldId id="271" r:id="rId18"/>
    <p:sldId id="272"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8" d="100"/>
          <a:sy n="78" d="100"/>
        </p:scale>
        <p:origin x="9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963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marL="0" indent="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marL="0" indent="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txBody>
          <a:bodyPr/>
          <a:lstStyle/>
          <a:p>
            <a:endParaRPr lang="en-US"/>
          </a:p>
        </p:txBody>
      </p:sp>
      <p:sp>
        <p:nvSpPr>
          <p:cNvPr id="5" name="Text 3"/>
          <p:cNvSpPr/>
          <p:nvPr/>
        </p:nvSpPr>
        <p:spPr>
          <a:xfrm>
            <a:off x="502920" y="2743200"/>
            <a:ext cx="8138160" cy="320040"/>
          </a:xfrm>
          <a:prstGeom prst="rect">
            <a:avLst/>
          </a:prstGeom>
          <a:noFill/>
          <a:ln/>
        </p:spPr>
        <p:txBody>
          <a:bodyPr wrap="square" rtlCol="0" anchor="ctr"/>
          <a:lstStyle/>
          <a:p>
            <a:pPr marL="0" indent="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marL="0" indent="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502920"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2679192"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4855464"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031736"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371600"/>
            <a:ext cx="1965960" cy="265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Shape 4"/>
          <p:cNvSpPr/>
          <p:nvPr/>
        </p:nvSpPr>
        <p:spPr>
          <a:xfrm>
            <a:off x="109728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109728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1810512"/>
            <a:ext cx="182880" cy="0"/>
          </a:xfrm>
          <a:prstGeom prst="line">
            <a:avLst/>
          </a:prstGeom>
          <a:noFill/>
          <a:ln w="19050">
            <a:solidFill>
              <a:srgbClr val="2E6DA4"/>
            </a:solidFill>
            <a:prstDash val="solid"/>
          </a:ln>
        </p:spPr>
        <p:txBody>
          <a:bodyPr/>
          <a:lstStyle/>
          <a:p>
            <a:endParaRPr lang="en-US"/>
          </a:p>
        </p:txBody>
      </p:sp>
      <p:sp>
        <p:nvSpPr>
          <p:cNvPr id="11" name="Text 9"/>
          <p:cNvSpPr/>
          <p:nvPr/>
        </p:nvSpPr>
        <p:spPr>
          <a:xfrm>
            <a:off x="2359152" y="170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371600"/>
            <a:ext cx="1965960" cy="265176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3" name="Shape 11"/>
          <p:cNvSpPr/>
          <p:nvPr/>
        </p:nvSpPr>
        <p:spPr>
          <a:xfrm>
            <a:off x="324612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14" name="Text 12"/>
          <p:cNvSpPr/>
          <p:nvPr/>
        </p:nvSpPr>
        <p:spPr>
          <a:xfrm>
            <a:off x="324612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1810512"/>
            <a:ext cx="182880" cy="0"/>
          </a:xfrm>
          <a:prstGeom prst="line">
            <a:avLst/>
          </a:prstGeom>
          <a:noFill/>
          <a:ln w="19050">
            <a:solidFill>
              <a:srgbClr val="2E6DA4"/>
            </a:solidFill>
            <a:prstDash val="solid"/>
          </a:ln>
        </p:spPr>
        <p:txBody>
          <a:bodyPr/>
          <a:lstStyle/>
          <a:p>
            <a:endParaRPr lang="en-US"/>
          </a:p>
        </p:txBody>
      </p:sp>
      <p:sp>
        <p:nvSpPr>
          <p:cNvPr id="18" name="Text 16"/>
          <p:cNvSpPr/>
          <p:nvPr/>
        </p:nvSpPr>
        <p:spPr>
          <a:xfrm>
            <a:off x="4507992" y="170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371600"/>
            <a:ext cx="1965960" cy="265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0" name="Shape 18"/>
          <p:cNvSpPr/>
          <p:nvPr/>
        </p:nvSpPr>
        <p:spPr>
          <a:xfrm>
            <a:off x="539496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39496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1810512"/>
            <a:ext cx="182880" cy="0"/>
          </a:xfrm>
          <a:prstGeom prst="line">
            <a:avLst/>
          </a:prstGeom>
          <a:noFill/>
          <a:ln w="19050">
            <a:solidFill>
              <a:srgbClr val="2E6DA4"/>
            </a:solidFill>
            <a:prstDash val="solid"/>
          </a:ln>
        </p:spPr>
        <p:txBody>
          <a:bodyPr/>
          <a:lstStyle/>
          <a:p>
            <a:endParaRPr lang="en-US"/>
          </a:p>
        </p:txBody>
      </p:sp>
      <p:sp>
        <p:nvSpPr>
          <p:cNvPr id="25" name="Text 23"/>
          <p:cNvSpPr/>
          <p:nvPr/>
        </p:nvSpPr>
        <p:spPr>
          <a:xfrm>
            <a:off x="6656832" y="170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371600"/>
            <a:ext cx="1965960" cy="265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Shape 25"/>
          <p:cNvSpPr/>
          <p:nvPr/>
        </p:nvSpPr>
        <p:spPr>
          <a:xfrm>
            <a:off x="754380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54380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206240"/>
            <a:ext cx="8138160" cy="274320"/>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36576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9" name="Text 7"/>
          <p:cNvSpPr/>
          <p:nvPr/>
        </p:nvSpPr>
        <p:spPr>
          <a:xfrm>
            <a:off x="205740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374904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5" name="Text 13"/>
          <p:cNvSpPr/>
          <p:nvPr/>
        </p:nvSpPr>
        <p:spPr>
          <a:xfrm>
            <a:off x="544068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13232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278892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1" name="Text 19"/>
          <p:cNvSpPr/>
          <p:nvPr/>
        </p:nvSpPr>
        <p:spPr>
          <a:xfrm>
            <a:off x="365760" y="289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24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278892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2057400" y="289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24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278892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Text 25"/>
          <p:cNvSpPr/>
          <p:nvPr/>
        </p:nvSpPr>
        <p:spPr>
          <a:xfrm>
            <a:off x="3749040" y="289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24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2788920"/>
            <a:ext cx="1554480" cy="1234440"/>
          </a:xfrm>
          <a:prstGeom prst="roundRect">
            <a:avLst>
              <a:gd name="adj" fmla="val 5926"/>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30" name="Text 28"/>
          <p:cNvSpPr/>
          <p:nvPr/>
        </p:nvSpPr>
        <p:spPr>
          <a:xfrm>
            <a:off x="5440680" y="2898648"/>
            <a:ext cx="155448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246120"/>
            <a:ext cx="1554480" cy="640080"/>
          </a:xfrm>
          <a:prstGeom prst="rect">
            <a:avLst/>
          </a:prstGeom>
          <a:noFill/>
          <a:ln/>
        </p:spPr>
        <p:txBody>
          <a:bodyPr wrap="square" rtlCol="0" anchor="t"/>
          <a:lstStyle/>
          <a:p>
            <a:pPr marL="0" indent="0" algn="ctr">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marL="0" indent="0" algn="ctr">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Phase 1: Designer (skipped on doc upload) → Phase 2: 7 specialists in sequence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AGENT GROUNDING</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Agents are grounded in four layers of knowledge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371600"/>
            <a:ext cx="8138160" cy="640080"/>
          </a:xfrm>
          <a:prstGeom prst="roundRect">
            <a:avLst>
              <a:gd name="adj" fmla="val 11429"/>
            </a:avLst>
          </a:prstGeom>
          <a:solidFill>
            <a:srgbClr val="EBEBEB"/>
          </a:solidFill>
          <a:ln w="6350">
            <a:solidFill>
              <a:srgbClr val="D3D1C7"/>
            </a:solidFill>
            <a:prstDash val="solid"/>
          </a:ln>
        </p:spPr>
        <p:txBody>
          <a:bodyPr/>
          <a:lstStyle/>
          <a:p>
            <a:endParaRPr lang="en-US"/>
          </a:p>
        </p:txBody>
      </p:sp>
      <p:sp>
        <p:nvSpPr>
          <p:cNvPr id="6" name="Shape 4"/>
          <p:cNvSpPr/>
          <p:nvPr/>
        </p:nvSpPr>
        <p:spPr>
          <a:xfrm>
            <a:off x="658368" y="1463040"/>
            <a:ext cx="411480" cy="411480"/>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658368" y="14630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07008" y="1426464"/>
            <a:ext cx="2926080" cy="256032"/>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Base model knowledge</a:t>
            </a:r>
            <a:endParaRPr lang="en-US" sz="1200" dirty="0"/>
          </a:p>
        </p:txBody>
      </p:sp>
      <p:sp>
        <p:nvSpPr>
          <p:cNvPr id="9" name="Text 7"/>
          <p:cNvSpPr/>
          <p:nvPr/>
        </p:nvSpPr>
        <p:spPr>
          <a:xfrm>
            <a:off x="1207008" y="1700784"/>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Claude's training — Salesforce patterns, anti-patterns, best practices</a:t>
            </a:r>
            <a:endParaRPr lang="en-US" sz="1000" dirty="0"/>
          </a:p>
        </p:txBody>
      </p:sp>
      <p:sp>
        <p:nvSpPr>
          <p:cNvPr id="10" name="Shape 8"/>
          <p:cNvSpPr/>
          <p:nvPr/>
        </p:nvSpPr>
        <p:spPr>
          <a:xfrm>
            <a:off x="502920" y="2121408"/>
            <a:ext cx="8138160" cy="640080"/>
          </a:xfrm>
          <a:prstGeom prst="roundRect">
            <a:avLst>
              <a:gd name="adj" fmla="val 11429"/>
            </a:avLst>
          </a:prstGeom>
          <a:solidFill>
            <a:srgbClr val="EBF2FA"/>
          </a:solidFill>
          <a:ln w="6350">
            <a:solidFill>
              <a:srgbClr val="D3D1C7"/>
            </a:solidFill>
            <a:prstDash val="solid"/>
          </a:ln>
        </p:spPr>
        <p:txBody>
          <a:bodyPr/>
          <a:lstStyle/>
          <a:p>
            <a:endParaRPr lang="en-US"/>
          </a:p>
        </p:txBody>
      </p:sp>
      <p:sp>
        <p:nvSpPr>
          <p:cNvPr id="11" name="Shape 9"/>
          <p:cNvSpPr/>
          <p:nvPr/>
        </p:nvSpPr>
        <p:spPr>
          <a:xfrm>
            <a:off x="658368" y="2212848"/>
            <a:ext cx="411480" cy="411480"/>
          </a:xfrm>
          <a:prstGeom prst="ellipse">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658368" y="22128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207008" y="2176272"/>
            <a:ext cx="2926080" cy="256032"/>
          </a:xfrm>
          <a:prstGeom prst="rect">
            <a:avLst/>
          </a:prstGeom>
          <a:noFill/>
          <a:ln/>
        </p:spPr>
        <p:txBody>
          <a:bodyPr wrap="square" rtlCol="0" anchor="ctr"/>
          <a:lstStyle/>
          <a:p>
            <a:pPr marL="0" indent="0">
              <a:buNone/>
            </a:pPr>
            <a:r>
              <a:rPr lang="en-US" sz="1200" b="1" dirty="0">
                <a:solidFill>
                  <a:srgbClr val="1B4F9B"/>
                </a:solidFill>
                <a:latin typeface="Arial" pitchFamily="34" charset="0"/>
                <a:ea typeface="Arial" pitchFamily="34" charset="-122"/>
                <a:cs typeface="Arial" pitchFamily="34" charset="-120"/>
              </a:rPr>
              <a:t>Static principles</a:t>
            </a:r>
            <a:endParaRPr lang="en-US" sz="1200" dirty="0"/>
          </a:p>
        </p:txBody>
      </p:sp>
      <p:sp>
        <p:nvSpPr>
          <p:cNvPr id="14" name="Text 12"/>
          <p:cNvSpPr/>
          <p:nvPr/>
        </p:nvSpPr>
        <p:spPr>
          <a:xfrm>
            <a:off x="1207008" y="2450592"/>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Curated Salesforce Well-Architected principles injected per agent. Zero latency.</a:t>
            </a:r>
            <a:endParaRPr lang="en-US" sz="1000" dirty="0"/>
          </a:p>
        </p:txBody>
      </p:sp>
      <p:sp>
        <p:nvSpPr>
          <p:cNvPr id="15" name="Shape 13"/>
          <p:cNvSpPr/>
          <p:nvPr/>
        </p:nvSpPr>
        <p:spPr>
          <a:xfrm>
            <a:off x="502920" y="2871216"/>
            <a:ext cx="8138160" cy="640080"/>
          </a:xfrm>
          <a:prstGeom prst="roundRect">
            <a:avLst>
              <a:gd name="adj" fmla="val 11429"/>
            </a:avLst>
          </a:prstGeom>
          <a:solidFill>
            <a:srgbClr val="E1F5EE"/>
          </a:solidFill>
          <a:ln w="6350">
            <a:solidFill>
              <a:srgbClr val="D3D1C7"/>
            </a:solidFill>
            <a:prstDash val="solid"/>
          </a:ln>
        </p:spPr>
        <p:txBody>
          <a:bodyPr/>
          <a:lstStyle/>
          <a:p>
            <a:endParaRPr lang="en-US"/>
          </a:p>
        </p:txBody>
      </p:sp>
      <p:sp>
        <p:nvSpPr>
          <p:cNvPr id="16" name="Shape 14"/>
          <p:cNvSpPr/>
          <p:nvPr/>
        </p:nvSpPr>
        <p:spPr>
          <a:xfrm>
            <a:off x="658368" y="2962656"/>
            <a:ext cx="411480" cy="411480"/>
          </a:xfrm>
          <a:prstGeom prst="ellipse">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658368" y="296265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207008" y="2926080"/>
            <a:ext cx="2926080" cy="256032"/>
          </a:xfrm>
          <a:prstGeom prst="rect">
            <a:avLst/>
          </a:prstGeom>
          <a:noFill/>
          <a:ln/>
        </p:spPr>
        <p:txBody>
          <a:bodyPr wrap="square" rtlCol="0" anchor="ctr"/>
          <a:lstStyle/>
          <a:p>
            <a:pPr marL="0" indent="0">
              <a:buNone/>
            </a:pPr>
            <a:r>
              <a:rPr lang="en-US" sz="1200" b="1" dirty="0">
                <a:solidFill>
                  <a:srgbClr val="0F6E56"/>
                </a:solidFill>
                <a:latin typeface="Arial" pitchFamily="34" charset="0"/>
                <a:ea typeface="Arial" pitchFamily="34" charset="-122"/>
                <a:cs typeface="Arial" pitchFamily="34" charset="-120"/>
              </a:rPr>
              <a:t>SI failure pattern library</a:t>
            </a:r>
            <a:endParaRPr lang="en-US" sz="1200" dirty="0"/>
          </a:p>
        </p:txBody>
      </p:sp>
      <p:sp>
        <p:nvSpPr>
          <p:cNvPr id="19" name="Text 17"/>
          <p:cNvSpPr/>
          <p:nvPr/>
        </p:nvSpPr>
        <p:spPr>
          <a:xfrm>
            <a:off x="1207008" y="3200400"/>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Real patterns from past engagements (FP-004 to FP-012). Agents cite by ID.</a:t>
            </a:r>
            <a:endParaRPr lang="en-US" sz="1000" dirty="0"/>
          </a:p>
        </p:txBody>
      </p:sp>
      <p:sp>
        <p:nvSpPr>
          <p:cNvPr id="20" name="Shape 18"/>
          <p:cNvSpPr/>
          <p:nvPr/>
        </p:nvSpPr>
        <p:spPr>
          <a:xfrm>
            <a:off x="502920" y="3621024"/>
            <a:ext cx="8138160" cy="640080"/>
          </a:xfrm>
          <a:prstGeom prst="roundRect">
            <a:avLst>
              <a:gd name="adj" fmla="val 11429"/>
            </a:avLst>
          </a:prstGeom>
          <a:solidFill>
            <a:srgbClr val="FAEEDA"/>
          </a:solidFill>
          <a:ln w="6350">
            <a:solidFill>
              <a:srgbClr val="D3D1C7"/>
            </a:solidFill>
            <a:prstDash val="solid"/>
          </a:ln>
        </p:spPr>
        <p:txBody>
          <a:bodyPr/>
          <a:lstStyle/>
          <a:p>
            <a:endParaRPr lang="en-US"/>
          </a:p>
        </p:txBody>
      </p:sp>
      <p:sp>
        <p:nvSpPr>
          <p:cNvPr id="21" name="Shape 19"/>
          <p:cNvSpPr/>
          <p:nvPr/>
        </p:nvSpPr>
        <p:spPr>
          <a:xfrm>
            <a:off x="658368" y="3712464"/>
            <a:ext cx="411480" cy="411480"/>
          </a:xfrm>
          <a:prstGeom prst="ellipse">
            <a:avLst/>
          </a:prstGeom>
          <a:solidFill>
            <a:srgbClr val="BA7517"/>
          </a:solidFill>
          <a:ln w="12700">
            <a:solidFill>
              <a:srgbClr val="BA7517"/>
            </a:solidFill>
            <a:prstDash val="solid"/>
          </a:ln>
        </p:spPr>
        <p:txBody>
          <a:bodyPr/>
          <a:lstStyle/>
          <a:p>
            <a:endParaRPr lang="en-US"/>
          </a:p>
        </p:txBody>
      </p:sp>
      <p:sp>
        <p:nvSpPr>
          <p:cNvPr id="22" name="Text 20"/>
          <p:cNvSpPr/>
          <p:nvPr/>
        </p:nvSpPr>
        <p:spPr>
          <a:xfrm>
            <a:off x="658368" y="3712464"/>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207008" y="3675888"/>
            <a:ext cx="2926080" cy="256032"/>
          </a:xfrm>
          <a:prstGeom prst="rect">
            <a:avLst/>
          </a:prstGeom>
          <a:noFill/>
          <a:ln/>
        </p:spPr>
        <p:txBody>
          <a:bodyPr wrap="square" rtlCol="0" anchor="ctr"/>
          <a:lstStyle/>
          <a:p>
            <a:pPr marL="0" indent="0">
              <a:buNone/>
            </a:pPr>
            <a:r>
              <a:rPr lang="en-US" sz="1200" b="1" dirty="0">
                <a:solidFill>
                  <a:srgbClr val="BA7517"/>
                </a:solidFill>
                <a:latin typeface="Arial" pitchFamily="34" charset="0"/>
                <a:ea typeface="Arial" pitchFamily="34" charset="-122"/>
                <a:cs typeface="Arial" pitchFamily="34" charset="-120"/>
              </a:rPr>
              <a:t>Cross-session memory</a:t>
            </a:r>
            <a:endParaRPr lang="en-US" sz="1200" dirty="0"/>
          </a:p>
        </p:txBody>
      </p:sp>
      <p:sp>
        <p:nvSpPr>
          <p:cNvPr id="24" name="Text 22"/>
          <p:cNvSpPr/>
          <p:nvPr/>
        </p:nvSpPr>
        <p:spPr>
          <a:xfrm>
            <a:off x="1207008" y="3950208"/>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Past ADR decisions retrieved from Jira. Agents enforce consistency across sessions.</a:t>
            </a:r>
            <a:endParaRPr lang="en-US" sz="1000" dirty="0"/>
          </a:p>
        </p:txBody>
      </p:sp>
      <p:sp>
        <p:nvSpPr>
          <p:cNvPr id="25" name="Text 23"/>
          <p:cNvSpPr/>
          <p:nvPr/>
        </p:nvSpPr>
        <p:spPr>
          <a:xfrm>
            <a:off x="502920" y="4480560"/>
            <a:ext cx="8138160" cy="256032"/>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Planned: pgvector RAG in Supabase — Well-Architected Framework + delivery standards as searchable vector store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txBody>
          <a:bodyPr/>
          <a:lstStyle/>
          <a:p>
            <a:endParaRPr lang="en-US"/>
          </a:p>
        </p:txBody>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txBody>
          <a:bodyPr/>
          <a:lstStyle/>
          <a:p>
            <a:endParaRPr lang="en-US"/>
          </a:p>
        </p:txBody>
      </p:sp>
      <p:sp>
        <p:nvSpPr>
          <p:cNvPr id="7" name="Card1Title"/>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1: Document Review (upload SDD)</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2: Greenfield Design (requirement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3: Debate My Approach (critique free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9 specialist agents review in sequence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Judge arbitrates + confidence score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txBody>
          <a:bodyPr/>
          <a:lstStyle/>
          <a:p>
            <a:endParaRPr lang="en-US"/>
          </a:p>
        </p:txBody>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txBody>
          <a:bodyPr/>
          <a:lstStyle/>
          <a:p>
            <a:endParaRPr lang="en-US"/>
          </a:p>
        </p:txBody>
      </p:sp>
      <p:sp>
        <p:nvSpPr>
          <p:cNvPr id="11" name="Card2Title"/>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Cross-session Jira memory</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Prior ADR reconciliation (RESOLVED / PERSISTS)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SI failure pattern library (FP-004 to FP-012)</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Salesforce Well-Architected principles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Live Salesforce org metadata injection</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txBody>
          <a:bodyPr/>
          <a:lstStyle/>
          <a:p>
            <a:endParaRPr lang="en-US"/>
          </a:p>
        </p:txBody>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txBody>
          <a:bodyPr/>
          <a:lstStyle/>
          <a:p>
            <a:endParaRPr lang="en-US"/>
          </a:p>
        </p:txBody>
      </p:sp>
      <p:sp>
        <p:nvSpPr>
          <p:cNvPr id="15" name="Card3Title"/>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Formal ADR output per session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Jira ticket creation (ARBOARD project)</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Endorsement review panel</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Human countersign + Jira assign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Supabase audit trail + cost analytics</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~$0.08 per full session (optimised)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8321040" cy="365760"/>
          </a:xfrm>
          <a:prstGeom prst="rect">
            <a:avLst/>
          </a:prstGeom>
          <a:solidFill>
            <a:srgbClr val="0F1E3C"/>
          </a:solidFill>
          <a:ln w="6350">
            <a:solidFill>
              <a:srgbClr val="EBEBEB"/>
            </a:solidFill>
            <a:prstDash val="solid"/>
          </a:ln>
        </p:spPr>
        <p:txBody>
          <a:bodyPr/>
          <a:lstStyle/>
          <a:p>
            <a:endParaRPr lang="en-US"/>
          </a:p>
        </p:txBody>
      </p:sp>
      <p:sp>
        <p:nvSpPr>
          <p:cNvPr id="6" name="Text 4"/>
          <p:cNvSpPr/>
          <p:nvPr/>
        </p:nvSpPr>
        <p:spPr>
          <a:xfrm>
            <a:off x="502920" y="1362456"/>
            <a:ext cx="256032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362456"/>
            <a:ext cx="27432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362456"/>
            <a:ext cx="269748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682496"/>
            <a:ext cx="8321040" cy="365760"/>
          </a:xfrm>
          <a:prstGeom prst="rect">
            <a:avLst/>
          </a:prstGeom>
          <a:solidFill>
            <a:srgbClr val="F7F8FA"/>
          </a:solidFill>
          <a:ln w="6350">
            <a:solidFill>
              <a:srgbClr val="EBEBEB"/>
            </a:solidFill>
            <a:prstDash val="solid"/>
          </a:ln>
        </p:spPr>
        <p:txBody>
          <a:bodyPr/>
          <a:lstStyle/>
          <a:p>
            <a:endParaRPr lang="en-US"/>
          </a:p>
        </p:txBody>
      </p:sp>
      <p:sp>
        <p:nvSpPr>
          <p:cNvPr id="10" name="Text 8"/>
          <p:cNvSpPr/>
          <p:nvPr/>
        </p:nvSpPr>
        <p:spPr>
          <a:xfrm>
            <a:off x="502920" y="174650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174650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174650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066544"/>
            <a:ext cx="8321040" cy="365760"/>
          </a:xfrm>
          <a:prstGeom prst="rect">
            <a:avLst/>
          </a:prstGeom>
          <a:solidFill>
            <a:srgbClr val="FFFFFF"/>
          </a:solidFill>
          <a:ln w="6350">
            <a:solidFill>
              <a:srgbClr val="EBEBEB"/>
            </a:solidFill>
            <a:prstDash val="solid"/>
          </a:ln>
        </p:spPr>
        <p:txBody>
          <a:bodyPr/>
          <a:lstStyle/>
          <a:p>
            <a:endParaRPr lang="en-US"/>
          </a:p>
        </p:txBody>
      </p:sp>
      <p:sp>
        <p:nvSpPr>
          <p:cNvPr id="14" name="Text 12"/>
          <p:cNvSpPr/>
          <p:nvPr/>
        </p:nvSpPr>
        <p:spPr>
          <a:xfrm>
            <a:off x="502920" y="213055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13055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13055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450592"/>
            <a:ext cx="8321040" cy="365760"/>
          </a:xfrm>
          <a:prstGeom prst="rect">
            <a:avLst/>
          </a:prstGeom>
          <a:solidFill>
            <a:srgbClr val="F7F8FA"/>
          </a:solidFill>
          <a:ln w="6350">
            <a:solidFill>
              <a:srgbClr val="EBEBEB"/>
            </a:solidFill>
            <a:prstDash val="solid"/>
          </a:ln>
        </p:spPr>
        <p:txBody>
          <a:bodyPr/>
          <a:lstStyle/>
          <a:p>
            <a:endParaRPr lang="en-US"/>
          </a:p>
        </p:txBody>
      </p:sp>
      <p:sp>
        <p:nvSpPr>
          <p:cNvPr id="18" name="Text 16"/>
          <p:cNvSpPr/>
          <p:nvPr/>
        </p:nvSpPr>
        <p:spPr>
          <a:xfrm>
            <a:off x="502920" y="251460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51460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51460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2834640"/>
            <a:ext cx="8321040" cy="365760"/>
          </a:xfrm>
          <a:prstGeom prst="rect">
            <a:avLst/>
          </a:prstGeom>
          <a:solidFill>
            <a:srgbClr val="FFFFFF"/>
          </a:solidFill>
          <a:ln w="6350">
            <a:solidFill>
              <a:srgbClr val="EBEBEB"/>
            </a:solidFill>
            <a:prstDash val="solid"/>
          </a:ln>
        </p:spPr>
        <p:txBody>
          <a:bodyPr/>
          <a:lstStyle/>
          <a:p>
            <a:endParaRPr lang="en-US"/>
          </a:p>
        </p:txBody>
      </p:sp>
      <p:sp>
        <p:nvSpPr>
          <p:cNvPr id="22" name="Text 20"/>
          <p:cNvSpPr/>
          <p:nvPr/>
        </p:nvSpPr>
        <p:spPr>
          <a:xfrm>
            <a:off x="502920" y="2898648"/>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2898648"/>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2898648"/>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218688"/>
            <a:ext cx="8321040" cy="365760"/>
          </a:xfrm>
          <a:prstGeom prst="rect">
            <a:avLst/>
          </a:prstGeom>
          <a:solidFill>
            <a:srgbClr val="F7F8FA"/>
          </a:solidFill>
          <a:ln w="6350">
            <a:solidFill>
              <a:srgbClr val="EBEBEB"/>
            </a:solidFill>
            <a:prstDash val="solid"/>
          </a:ln>
        </p:spPr>
        <p:txBody>
          <a:bodyPr/>
          <a:lstStyle/>
          <a:p>
            <a:endParaRPr lang="en-US"/>
          </a:p>
        </p:txBody>
      </p:sp>
      <p:sp>
        <p:nvSpPr>
          <p:cNvPr id="26" name="Text 24"/>
          <p:cNvSpPr/>
          <p:nvPr/>
        </p:nvSpPr>
        <p:spPr>
          <a:xfrm>
            <a:off x="502920" y="3282696"/>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282696"/>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282696"/>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602736"/>
            <a:ext cx="8321040" cy="365760"/>
          </a:xfrm>
          <a:prstGeom prst="rect">
            <a:avLst/>
          </a:prstGeom>
          <a:solidFill>
            <a:srgbClr val="FFFFFF"/>
          </a:solidFill>
          <a:ln w="6350">
            <a:solidFill>
              <a:srgbClr val="EBEBEB"/>
            </a:solidFill>
            <a:prstDash val="solid"/>
          </a:ln>
        </p:spPr>
        <p:txBody>
          <a:bodyPr/>
          <a:lstStyle/>
          <a:p>
            <a:endParaRPr lang="en-US"/>
          </a:p>
        </p:txBody>
      </p:sp>
      <p:sp>
        <p:nvSpPr>
          <p:cNvPr id="30" name="Text 28"/>
          <p:cNvSpPr/>
          <p:nvPr/>
        </p:nvSpPr>
        <p:spPr>
          <a:xfrm>
            <a:off x="502920" y="366674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66674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66674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3986784"/>
            <a:ext cx="8321040" cy="365760"/>
          </a:xfrm>
          <a:prstGeom prst="rect">
            <a:avLst/>
          </a:prstGeom>
          <a:solidFill>
            <a:srgbClr val="F7F8FA"/>
          </a:solidFill>
          <a:ln w="6350">
            <a:solidFill>
              <a:srgbClr val="EBEBEB"/>
            </a:solidFill>
            <a:prstDash val="solid"/>
          </a:ln>
        </p:spPr>
        <p:txBody>
          <a:bodyPr/>
          <a:lstStyle/>
          <a:p>
            <a:endParaRPr lang="en-US"/>
          </a:p>
        </p:txBody>
      </p:sp>
      <p:sp>
        <p:nvSpPr>
          <p:cNvPr id="34" name="Text 32"/>
          <p:cNvSpPr/>
          <p:nvPr/>
        </p:nvSpPr>
        <p:spPr>
          <a:xfrm>
            <a:off x="502920" y="405079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05079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05079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370832"/>
            <a:ext cx="8321040" cy="365760"/>
          </a:xfrm>
          <a:prstGeom prst="rect">
            <a:avLst/>
          </a:prstGeom>
          <a:solidFill>
            <a:srgbClr val="FFFFFF"/>
          </a:solidFill>
          <a:ln w="6350">
            <a:solidFill>
              <a:srgbClr val="EBEBEB"/>
            </a:solidFill>
            <a:prstDash val="solid"/>
          </a:ln>
        </p:spPr>
        <p:txBody>
          <a:bodyPr/>
          <a:lstStyle/>
          <a:p>
            <a:endParaRPr lang="en-US"/>
          </a:p>
        </p:txBody>
      </p:sp>
      <p:sp>
        <p:nvSpPr>
          <p:cNvPr id="38" name="Text 36"/>
          <p:cNvSpPr/>
          <p:nvPr/>
        </p:nvSpPr>
        <p:spPr>
          <a:xfrm>
            <a:off x="502920" y="443484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43484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43484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1965960" cy="283464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196596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1828800"/>
            <a:ext cx="1600200" cy="0"/>
          </a:xfrm>
          <a:prstGeom prst="line">
            <a:avLst/>
          </a:prstGeom>
          <a:noFill/>
          <a:ln w="6350">
            <a:solidFill>
              <a:srgbClr val="EBEBEB"/>
            </a:solidFill>
            <a:prstDash val="solid"/>
          </a:ln>
        </p:spPr>
        <p:txBody>
          <a:bodyPr/>
          <a:lstStyle/>
          <a:p>
            <a:endParaRPr lang="en-US"/>
          </a:p>
        </p:txBody>
      </p:sp>
      <p:sp>
        <p:nvSpPr>
          <p:cNvPr id="8" name="Text 6"/>
          <p:cNvSpPr/>
          <p:nvPr/>
        </p:nvSpPr>
        <p:spPr>
          <a:xfrm>
            <a:off x="521208" y="190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37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3-phase parallel execution</a:t>
            </a:r>
            <a:endParaRPr lang="en-US" sz="950" dirty="0"/>
          </a:p>
        </p:txBody>
      </p:sp>
      <p:sp>
        <p:nvSpPr>
          <p:cNvPr id="10" name="Text 8"/>
          <p:cNvSpPr/>
          <p:nvPr/>
        </p:nvSpPr>
        <p:spPr>
          <a:xfrm>
            <a:off x="521208" y="285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371600"/>
            <a:ext cx="1965960" cy="2834640"/>
          </a:xfrm>
          <a:prstGeom prst="roundRect">
            <a:avLst>
              <a:gd name="adj" fmla="val 3721"/>
            </a:avLst>
          </a:prstGeom>
          <a:solidFill>
            <a:srgbClr val="E1F5EE"/>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2560320" y="1463040"/>
            <a:ext cx="1965960" cy="320040"/>
          </a:xfrm>
          <a:prstGeom prst="rect">
            <a:avLst/>
          </a:prstGeom>
          <a:noFill/>
          <a:ln/>
        </p:spPr>
        <p:txBody>
          <a:bodyPr wrap="square" rtlCol="0" anchor="ctr"/>
          <a:lstStyle/>
          <a:p>
            <a:pPr marL="0" indent="0" algn="ctr">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1828800"/>
            <a:ext cx="1600200" cy="0"/>
          </a:xfrm>
          <a:prstGeom prst="line">
            <a:avLst/>
          </a:prstGeom>
          <a:noFill/>
          <a:ln w="6350">
            <a:solidFill>
              <a:srgbClr val="EBEBEB"/>
            </a:solidFill>
            <a:prstDash val="solid"/>
          </a:ln>
        </p:spPr>
        <p:txBody>
          <a:bodyPr/>
          <a:lstStyle/>
          <a:p>
            <a:endParaRPr lang="en-US"/>
          </a:p>
        </p:txBody>
      </p:sp>
      <p:sp>
        <p:nvSpPr>
          <p:cNvPr id="14" name="Text 12"/>
          <p:cNvSpPr/>
          <p:nvPr/>
        </p:nvSpPr>
        <p:spPr>
          <a:xfrm>
            <a:off x="2670048" y="190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37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285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371600"/>
            <a:ext cx="1965960" cy="2834640"/>
          </a:xfrm>
          <a:prstGeom prst="roundRect">
            <a:avLst>
              <a:gd name="adj" fmla="val 3721"/>
            </a:avLst>
          </a:prstGeom>
          <a:solidFill>
            <a:srgbClr val="FAEED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709160" y="1463040"/>
            <a:ext cx="1965960" cy="320040"/>
          </a:xfrm>
          <a:prstGeom prst="rect">
            <a:avLst/>
          </a:prstGeom>
          <a:noFill/>
          <a:ln/>
        </p:spPr>
        <p:txBody>
          <a:bodyPr wrap="square" rtlCol="0" anchor="ctr"/>
          <a:lstStyle/>
          <a:p>
            <a:pPr marL="0" indent="0" algn="ctr">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1828800"/>
            <a:ext cx="1600200" cy="0"/>
          </a:xfrm>
          <a:prstGeom prst="line">
            <a:avLst/>
          </a:prstGeom>
          <a:noFill/>
          <a:ln w="6350">
            <a:solidFill>
              <a:srgbClr val="EBEBEB"/>
            </a:solidFill>
            <a:prstDash val="solid"/>
          </a:ln>
        </p:spPr>
        <p:txBody>
          <a:bodyPr/>
          <a:lstStyle/>
          <a:p>
            <a:endParaRPr lang="en-US"/>
          </a:p>
        </p:txBody>
      </p:sp>
      <p:sp>
        <p:nvSpPr>
          <p:cNvPr id="20" name="Text 18"/>
          <p:cNvSpPr/>
          <p:nvPr/>
        </p:nvSpPr>
        <p:spPr>
          <a:xfrm>
            <a:off x="4818888" y="190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37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285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371600"/>
            <a:ext cx="1965960" cy="2834640"/>
          </a:xfrm>
          <a:prstGeom prst="roundRect">
            <a:avLst>
              <a:gd name="adj" fmla="val 3721"/>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6858000" y="1463040"/>
            <a:ext cx="196596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1828800"/>
            <a:ext cx="1600200" cy="0"/>
          </a:xfrm>
          <a:prstGeom prst="line">
            <a:avLst/>
          </a:prstGeom>
          <a:noFill/>
          <a:ln w="6350">
            <a:solidFill>
              <a:srgbClr val="445566"/>
            </a:solidFill>
            <a:prstDash val="solid"/>
          </a:ln>
        </p:spPr>
        <p:txBody>
          <a:bodyPr/>
          <a:lstStyle/>
          <a:p>
            <a:endParaRPr lang="en-US"/>
          </a:p>
        </p:txBody>
      </p:sp>
      <p:sp>
        <p:nvSpPr>
          <p:cNvPr id="26" name="Text 24"/>
          <p:cNvSpPr/>
          <p:nvPr/>
        </p:nvSpPr>
        <p:spPr>
          <a:xfrm>
            <a:off x="6967728" y="1901952"/>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Document review mode (NEW)</a:t>
            </a:r>
            <a:endParaRPr lang="en-US" sz="950" dirty="0"/>
          </a:p>
        </p:txBody>
      </p:sp>
      <p:sp>
        <p:nvSpPr>
          <p:cNvPr id="27" name="Text 25"/>
          <p:cNvSpPr/>
          <p:nvPr/>
        </p:nvSpPr>
        <p:spPr>
          <a:xfrm>
            <a:off x="6967728" y="2377440"/>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2852928"/>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COST ENGINEERING — LEARNINGS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Token consumption: measured, then engineered down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Text 3"/>
          <p:cNvSpPr/>
          <p:nvPr/>
        </p:nvSpPr>
        <p:spPr>
          <a:xfrm>
            <a:off x="502920" y="1325880"/>
            <a:ext cx="3840480" cy="274320"/>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Baseline per session (9 agents, real doc)</a:t>
            </a:r>
            <a:endParaRPr lang="en-US" sz="1200" dirty="0"/>
          </a:p>
        </p:txBody>
      </p:sp>
      <p:sp>
        <p:nvSpPr>
          <p:cNvPr id="6" name="Shape 4"/>
          <p:cNvSpPr/>
          <p:nvPr/>
        </p:nvSpPr>
        <p:spPr>
          <a:xfrm>
            <a:off x="502920" y="1627632"/>
            <a:ext cx="5029200" cy="329184"/>
          </a:xfrm>
          <a:prstGeom prst="rect">
            <a:avLst/>
          </a:prstGeom>
          <a:solidFill>
            <a:srgbClr val="0F1E3C"/>
          </a:solidFill>
          <a:ln w="6350">
            <a:solidFill>
              <a:srgbClr val="EBEBEB"/>
            </a:solidFill>
            <a:prstDash val="solid"/>
          </a:ln>
        </p:spPr>
        <p:txBody>
          <a:bodyPr/>
          <a:lstStyle/>
          <a:p>
            <a:endParaRPr lang="en-US"/>
          </a:p>
        </p:txBody>
      </p:sp>
      <p:sp>
        <p:nvSpPr>
          <p:cNvPr id="7" name="Text 5"/>
          <p:cNvSpPr/>
          <p:nvPr/>
        </p:nvSpPr>
        <p:spPr>
          <a:xfrm>
            <a:off x="594360" y="1673352"/>
            <a:ext cx="283464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Source</a:t>
            </a:r>
            <a:endParaRPr lang="en-US" sz="900" dirty="0"/>
          </a:p>
        </p:txBody>
      </p:sp>
      <p:sp>
        <p:nvSpPr>
          <p:cNvPr id="8" name="Text 6"/>
          <p:cNvSpPr/>
          <p:nvPr/>
        </p:nvSpPr>
        <p:spPr>
          <a:xfrm>
            <a:off x="3474720" y="1673352"/>
            <a:ext cx="6858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Tokens</a:t>
            </a:r>
            <a:endParaRPr lang="en-US" sz="900" dirty="0"/>
          </a:p>
        </p:txBody>
      </p:sp>
      <p:sp>
        <p:nvSpPr>
          <p:cNvPr id="9" name="Text 7"/>
          <p:cNvSpPr/>
          <p:nvPr/>
        </p:nvSpPr>
        <p:spPr>
          <a:xfrm>
            <a:off x="4206240" y="1673352"/>
            <a:ext cx="123444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Notes</a:t>
            </a:r>
            <a:endParaRPr lang="en-US" sz="900" dirty="0"/>
          </a:p>
        </p:txBody>
      </p:sp>
      <p:sp>
        <p:nvSpPr>
          <p:cNvPr id="10" name="Shape 8"/>
          <p:cNvSpPr/>
          <p:nvPr/>
        </p:nvSpPr>
        <p:spPr>
          <a:xfrm>
            <a:off x="502920" y="1975104"/>
            <a:ext cx="5029200" cy="329184"/>
          </a:xfrm>
          <a:prstGeom prst="rect">
            <a:avLst/>
          </a:prstGeom>
          <a:solidFill>
            <a:srgbClr val="F7F8FA"/>
          </a:solidFill>
          <a:ln w="6350">
            <a:solidFill>
              <a:srgbClr val="EBEBEB"/>
            </a:solidFill>
            <a:prstDash val="solid"/>
          </a:ln>
        </p:spPr>
        <p:txBody>
          <a:bodyPr/>
          <a:lstStyle/>
          <a:p>
            <a:endParaRPr lang="en-US"/>
          </a:p>
        </p:txBody>
      </p:sp>
      <p:sp>
        <p:nvSpPr>
          <p:cNvPr id="11" name="Text 9"/>
          <p:cNvSpPr/>
          <p:nvPr/>
        </p:nvSpPr>
        <p:spPr>
          <a:xfrm>
            <a:off x="594360" y="2020824"/>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Document input (NovaPeak SDD)</a:t>
            </a:r>
            <a:endParaRPr lang="en-US" sz="950" dirty="0"/>
          </a:p>
        </p:txBody>
      </p:sp>
      <p:sp>
        <p:nvSpPr>
          <p:cNvPr id="12" name="Text 10"/>
          <p:cNvSpPr/>
          <p:nvPr/>
        </p:nvSpPr>
        <p:spPr>
          <a:xfrm>
            <a:off x="3474720" y="2020824"/>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~4,000</a:t>
            </a:r>
            <a:endParaRPr lang="en-US" sz="950" dirty="0"/>
          </a:p>
        </p:txBody>
      </p:sp>
      <p:sp>
        <p:nvSpPr>
          <p:cNvPr id="13" name="Text 11"/>
          <p:cNvSpPr/>
          <p:nvPr/>
        </p:nvSpPr>
        <p:spPr>
          <a:xfrm>
            <a:off x="4206240" y="2020824"/>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Injected to all agents</a:t>
            </a:r>
            <a:endParaRPr lang="en-US" sz="950" dirty="0"/>
          </a:p>
        </p:txBody>
      </p:sp>
      <p:sp>
        <p:nvSpPr>
          <p:cNvPr id="14" name="Shape 12"/>
          <p:cNvSpPr/>
          <p:nvPr/>
        </p:nvSpPr>
        <p:spPr>
          <a:xfrm>
            <a:off x="502920" y="2322576"/>
            <a:ext cx="5029200" cy="329184"/>
          </a:xfrm>
          <a:prstGeom prst="rect">
            <a:avLst/>
          </a:prstGeom>
          <a:solidFill>
            <a:srgbClr val="FFFFFF"/>
          </a:solidFill>
          <a:ln w="6350">
            <a:solidFill>
              <a:srgbClr val="EBEBEB"/>
            </a:solidFill>
            <a:prstDash val="solid"/>
          </a:ln>
        </p:spPr>
        <p:txBody>
          <a:bodyPr/>
          <a:lstStyle/>
          <a:p>
            <a:endParaRPr lang="en-US"/>
          </a:p>
        </p:txBody>
      </p:sp>
      <p:sp>
        <p:nvSpPr>
          <p:cNvPr id="15" name="Text 13"/>
          <p:cNvSpPr/>
          <p:nvPr/>
        </p:nvSpPr>
        <p:spPr>
          <a:xfrm>
            <a:off x="594360" y="2368296"/>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9 agent system prompts</a:t>
            </a:r>
            <a:endParaRPr lang="en-US" sz="950" dirty="0"/>
          </a:p>
        </p:txBody>
      </p:sp>
      <p:sp>
        <p:nvSpPr>
          <p:cNvPr id="16" name="Text 14"/>
          <p:cNvSpPr/>
          <p:nvPr/>
        </p:nvSpPr>
        <p:spPr>
          <a:xfrm>
            <a:off x="3474720" y="2368296"/>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~18,000</a:t>
            </a:r>
            <a:endParaRPr lang="en-US" sz="950" dirty="0"/>
          </a:p>
        </p:txBody>
      </p:sp>
      <p:sp>
        <p:nvSpPr>
          <p:cNvPr id="17" name="Text 15"/>
          <p:cNvSpPr/>
          <p:nvPr/>
        </p:nvSpPr>
        <p:spPr>
          <a:xfrm>
            <a:off x="4206240" y="2368296"/>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Duplicated boilerplate = waste</a:t>
            </a:r>
            <a:endParaRPr lang="en-US" sz="950" dirty="0"/>
          </a:p>
        </p:txBody>
      </p:sp>
      <p:sp>
        <p:nvSpPr>
          <p:cNvPr id="18" name="Shape 16"/>
          <p:cNvSpPr/>
          <p:nvPr/>
        </p:nvSpPr>
        <p:spPr>
          <a:xfrm>
            <a:off x="502920" y="2670048"/>
            <a:ext cx="5029200" cy="329184"/>
          </a:xfrm>
          <a:prstGeom prst="rect">
            <a:avLst/>
          </a:prstGeom>
          <a:solidFill>
            <a:srgbClr val="F7F8FA"/>
          </a:solidFill>
          <a:ln w="6350">
            <a:solidFill>
              <a:srgbClr val="EBEBEB"/>
            </a:solidFill>
            <a:prstDash val="solid"/>
          </a:ln>
        </p:spPr>
        <p:txBody>
          <a:bodyPr/>
          <a:lstStyle/>
          <a:p>
            <a:endParaRPr lang="en-US"/>
          </a:p>
        </p:txBody>
      </p:sp>
      <p:sp>
        <p:nvSpPr>
          <p:cNvPr id="19" name="Text 17"/>
          <p:cNvSpPr/>
          <p:nvPr/>
        </p:nvSpPr>
        <p:spPr>
          <a:xfrm>
            <a:off x="594360" y="2715768"/>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(50 tickets fetched)</a:t>
            </a:r>
            <a:endParaRPr lang="en-US" sz="950" dirty="0"/>
          </a:p>
        </p:txBody>
      </p:sp>
      <p:sp>
        <p:nvSpPr>
          <p:cNvPr id="20" name="Text 18"/>
          <p:cNvSpPr/>
          <p:nvPr/>
        </p:nvSpPr>
        <p:spPr>
          <a:xfrm>
            <a:off x="3474720" y="2715768"/>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~50,000</a:t>
            </a:r>
            <a:endParaRPr lang="en-US" sz="950" dirty="0"/>
          </a:p>
        </p:txBody>
      </p:sp>
      <p:sp>
        <p:nvSpPr>
          <p:cNvPr id="21" name="Text 19"/>
          <p:cNvSpPr/>
          <p:nvPr/>
        </p:nvSpPr>
        <p:spPr>
          <a:xfrm>
            <a:off x="4206240" y="2715768"/>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Over-fetching, scored client-side</a:t>
            </a:r>
            <a:endParaRPr lang="en-US" sz="950" dirty="0"/>
          </a:p>
        </p:txBody>
      </p:sp>
      <p:sp>
        <p:nvSpPr>
          <p:cNvPr id="22" name="Shape 20"/>
          <p:cNvSpPr/>
          <p:nvPr/>
        </p:nvSpPr>
        <p:spPr>
          <a:xfrm>
            <a:off x="502920" y="3017520"/>
            <a:ext cx="5029200" cy="329184"/>
          </a:xfrm>
          <a:prstGeom prst="rect">
            <a:avLst/>
          </a:prstGeom>
          <a:solidFill>
            <a:srgbClr val="FFFFFF"/>
          </a:solidFill>
          <a:ln w="6350">
            <a:solidFill>
              <a:srgbClr val="EBEBEB"/>
            </a:solidFill>
            <a:prstDash val="solid"/>
          </a:ln>
        </p:spPr>
        <p:txBody>
          <a:bodyPr/>
          <a:lstStyle/>
          <a:p>
            <a:endParaRPr lang="en-US"/>
          </a:p>
        </p:txBody>
      </p:sp>
      <p:sp>
        <p:nvSpPr>
          <p:cNvPr id="23" name="Text 21"/>
          <p:cNvSpPr/>
          <p:nvPr/>
        </p:nvSpPr>
        <p:spPr>
          <a:xfrm>
            <a:off x="594360" y="3063240"/>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Scribe + Learner full context</a:t>
            </a:r>
            <a:endParaRPr lang="en-US" sz="950" dirty="0"/>
          </a:p>
        </p:txBody>
      </p:sp>
      <p:sp>
        <p:nvSpPr>
          <p:cNvPr id="24" name="Text 22"/>
          <p:cNvSpPr/>
          <p:nvPr/>
        </p:nvSpPr>
        <p:spPr>
          <a:xfrm>
            <a:off x="3474720" y="3063240"/>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~6,000</a:t>
            </a:r>
            <a:endParaRPr lang="en-US" sz="950" dirty="0"/>
          </a:p>
        </p:txBody>
      </p:sp>
      <p:sp>
        <p:nvSpPr>
          <p:cNvPr id="25" name="Text 23"/>
          <p:cNvSpPr/>
          <p:nvPr/>
        </p:nvSpPr>
        <p:spPr>
          <a:xfrm>
            <a:off x="4206240" y="3063240"/>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Unnecessary — only need Judge output</a:t>
            </a:r>
            <a:endParaRPr lang="en-US" sz="950" dirty="0"/>
          </a:p>
        </p:txBody>
      </p:sp>
      <p:sp>
        <p:nvSpPr>
          <p:cNvPr id="26" name="Shape 24"/>
          <p:cNvSpPr/>
          <p:nvPr/>
        </p:nvSpPr>
        <p:spPr>
          <a:xfrm>
            <a:off x="502920" y="3364992"/>
            <a:ext cx="5029200" cy="329184"/>
          </a:xfrm>
          <a:prstGeom prst="rect">
            <a:avLst/>
          </a:prstGeom>
          <a:solidFill>
            <a:srgbClr val="F7F8FA"/>
          </a:solidFill>
          <a:ln w="6350">
            <a:solidFill>
              <a:srgbClr val="EBEBEB"/>
            </a:solidFill>
            <a:prstDash val="solid"/>
          </a:ln>
        </p:spPr>
        <p:txBody>
          <a:bodyPr/>
          <a:lstStyle/>
          <a:p>
            <a:endParaRPr lang="en-US"/>
          </a:p>
        </p:txBody>
      </p:sp>
      <p:sp>
        <p:nvSpPr>
          <p:cNvPr id="27" name="Text 25"/>
          <p:cNvSpPr/>
          <p:nvPr/>
        </p:nvSpPr>
        <p:spPr>
          <a:xfrm>
            <a:off x="594360" y="3410712"/>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Agent outputs (9 × 500)</a:t>
            </a:r>
            <a:endParaRPr lang="en-US" sz="950" dirty="0"/>
          </a:p>
        </p:txBody>
      </p:sp>
      <p:sp>
        <p:nvSpPr>
          <p:cNvPr id="28" name="Text 26"/>
          <p:cNvSpPr/>
          <p:nvPr/>
        </p:nvSpPr>
        <p:spPr>
          <a:xfrm>
            <a:off x="3474720" y="3410712"/>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~4,500</a:t>
            </a:r>
            <a:endParaRPr lang="en-US" sz="950" dirty="0"/>
          </a:p>
        </p:txBody>
      </p:sp>
      <p:sp>
        <p:nvSpPr>
          <p:cNvPr id="29" name="Text 27"/>
          <p:cNvSpPr/>
          <p:nvPr/>
        </p:nvSpPr>
        <p:spPr>
          <a:xfrm>
            <a:off x="4206240" y="3410712"/>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Output tokens</a:t>
            </a:r>
            <a:endParaRPr lang="en-US" sz="950" dirty="0"/>
          </a:p>
        </p:txBody>
      </p:sp>
      <p:sp>
        <p:nvSpPr>
          <p:cNvPr id="30" name="Shape 28"/>
          <p:cNvSpPr/>
          <p:nvPr/>
        </p:nvSpPr>
        <p:spPr>
          <a:xfrm>
            <a:off x="502920" y="3712464"/>
            <a:ext cx="5029200" cy="329184"/>
          </a:xfrm>
          <a:prstGeom prst="rect">
            <a:avLst/>
          </a:prstGeom>
          <a:solidFill>
            <a:srgbClr val="EBF2FA"/>
          </a:solidFill>
          <a:ln w="6350">
            <a:solidFill>
              <a:srgbClr val="EBEBEB"/>
            </a:solidFill>
            <a:prstDash val="solid"/>
          </a:ln>
        </p:spPr>
        <p:txBody>
          <a:bodyPr/>
          <a:lstStyle/>
          <a:p>
            <a:endParaRPr lang="en-US"/>
          </a:p>
        </p:txBody>
      </p:sp>
      <p:sp>
        <p:nvSpPr>
          <p:cNvPr id="31" name="Text 29"/>
          <p:cNvSpPr/>
          <p:nvPr/>
        </p:nvSpPr>
        <p:spPr>
          <a:xfrm>
            <a:off x="594360" y="3758184"/>
            <a:ext cx="283464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Total baseline</a:t>
            </a:r>
            <a:endParaRPr lang="en-US" sz="950" dirty="0"/>
          </a:p>
        </p:txBody>
      </p:sp>
      <p:sp>
        <p:nvSpPr>
          <p:cNvPr id="32" name="Text 30"/>
          <p:cNvSpPr/>
          <p:nvPr/>
        </p:nvSpPr>
        <p:spPr>
          <a:xfrm>
            <a:off x="3474720" y="3758184"/>
            <a:ext cx="68580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~82,500</a:t>
            </a:r>
            <a:endParaRPr lang="en-US" sz="950" dirty="0"/>
          </a:p>
        </p:txBody>
      </p:sp>
      <p:sp>
        <p:nvSpPr>
          <p:cNvPr id="33" name="Text 31"/>
          <p:cNvSpPr/>
          <p:nvPr/>
        </p:nvSpPr>
        <p:spPr>
          <a:xfrm>
            <a:off x="4206240" y="3758184"/>
            <a:ext cx="123444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~$0.29 per session on Sonnet</a:t>
            </a:r>
            <a:endParaRPr lang="en-US" sz="950" dirty="0"/>
          </a:p>
        </p:txBody>
      </p:sp>
      <p:sp>
        <p:nvSpPr>
          <p:cNvPr id="34" name="Text 32"/>
          <p:cNvSpPr/>
          <p:nvPr/>
        </p:nvSpPr>
        <p:spPr>
          <a:xfrm>
            <a:off x="5806440" y="1325880"/>
            <a:ext cx="2880360" cy="274320"/>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Optimisations implemented</a:t>
            </a:r>
            <a:endParaRPr lang="en-US" sz="1200" dirty="0"/>
          </a:p>
        </p:txBody>
      </p:sp>
      <p:sp>
        <p:nvSpPr>
          <p:cNvPr id="35" name="Shape 33"/>
          <p:cNvSpPr/>
          <p:nvPr/>
        </p:nvSpPr>
        <p:spPr>
          <a:xfrm>
            <a:off x="5806440" y="1627632"/>
            <a:ext cx="2880360" cy="402336"/>
          </a:xfrm>
          <a:prstGeom prst="roundRect">
            <a:avLst>
              <a:gd name="adj" fmla="val 18182"/>
            </a:avLst>
          </a:prstGeom>
          <a:solidFill>
            <a:srgbClr val="E1F5EE"/>
          </a:solidFill>
          <a:ln w="6350">
            <a:solidFill>
              <a:srgbClr val="D3D1C7"/>
            </a:solidFill>
            <a:prstDash val="solid"/>
          </a:ln>
        </p:spPr>
        <p:txBody>
          <a:bodyPr/>
          <a:lstStyle/>
          <a:p>
            <a:endParaRPr lang="en-US"/>
          </a:p>
        </p:txBody>
      </p:sp>
      <p:sp>
        <p:nvSpPr>
          <p:cNvPr id="36" name="Text 34"/>
          <p:cNvSpPr/>
          <p:nvPr/>
        </p:nvSpPr>
        <p:spPr>
          <a:xfrm>
            <a:off x="5897880" y="1664208"/>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JQL tightening</a:t>
            </a:r>
            <a:endParaRPr lang="en-US" sz="950" dirty="0"/>
          </a:p>
        </p:txBody>
      </p:sp>
      <p:sp>
        <p:nvSpPr>
          <p:cNvPr id="37" name="Text 35"/>
          <p:cNvSpPr/>
          <p:nvPr/>
        </p:nvSpPr>
        <p:spPr>
          <a:xfrm>
            <a:off x="5897880" y="1847088"/>
            <a:ext cx="2697480" cy="164592"/>
          </a:xfrm>
          <a:prstGeom prst="rect">
            <a:avLst/>
          </a:prstGeom>
          <a:noFill/>
          <a:ln/>
        </p:spPr>
        <p:txBody>
          <a:bodyPr wrap="square" rtlCol="0" anchor="ctr"/>
          <a:lstStyle/>
          <a:p>
            <a:pPr marL="0" indent="0">
              <a:buNone/>
            </a:pPr>
            <a:r>
              <a:rPr lang="en-US" sz="900" b="1" dirty="0">
                <a:solidFill>
                  <a:srgbClr val="0F6E56"/>
                </a:solidFill>
                <a:latin typeface="Arial" pitchFamily="34" charset="0"/>
                <a:ea typeface="Arial" pitchFamily="34" charset="-122"/>
                <a:cs typeface="Arial" pitchFamily="34" charset="-120"/>
              </a:rPr>
              <a:t>saves ~30,000 tokens</a:t>
            </a:r>
            <a:endParaRPr lang="en-US" sz="900" dirty="0"/>
          </a:p>
        </p:txBody>
      </p:sp>
      <p:sp>
        <p:nvSpPr>
          <p:cNvPr id="38" name="Shape 36"/>
          <p:cNvSpPr/>
          <p:nvPr/>
        </p:nvSpPr>
        <p:spPr>
          <a:xfrm>
            <a:off x="5806440" y="2103120"/>
            <a:ext cx="2880360" cy="402336"/>
          </a:xfrm>
          <a:prstGeom prst="roundRect">
            <a:avLst>
              <a:gd name="adj" fmla="val 18182"/>
            </a:avLst>
          </a:prstGeom>
          <a:solidFill>
            <a:srgbClr val="FAEEDA"/>
          </a:solidFill>
          <a:ln w="6350">
            <a:solidFill>
              <a:srgbClr val="D3D1C7"/>
            </a:solidFill>
            <a:prstDash val="solid"/>
          </a:ln>
        </p:spPr>
        <p:txBody>
          <a:bodyPr/>
          <a:lstStyle/>
          <a:p>
            <a:endParaRPr lang="en-US"/>
          </a:p>
        </p:txBody>
      </p:sp>
      <p:sp>
        <p:nvSpPr>
          <p:cNvPr id="39" name="Text 37"/>
          <p:cNvSpPr/>
          <p:nvPr/>
        </p:nvSpPr>
        <p:spPr>
          <a:xfrm>
            <a:off x="5897880" y="2139696"/>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Scribe/Learner context trim</a:t>
            </a:r>
            <a:endParaRPr lang="en-US" sz="950" dirty="0"/>
          </a:p>
        </p:txBody>
      </p:sp>
      <p:sp>
        <p:nvSpPr>
          <p:cNvPr id="40" name="Text 38"/>
          <p:cNvSpPr/>
          <p:nvPr/>
        </p:nvSpPr>
        <p:spPr>
          <a:xfrm>
            <a:off x="5897880" y="2322576"/>
            <a:ext cx="2697480" cy="164592"/>
          </a:xfrm>
          <a:prstGeom prst="rect">
            <a:avLst/>
          </a:prstGeom>
          <a:noFill/>
          <a:ln/>
        </p:spPr>
        <p:txBody>
          <a:bodyPr wrap="square" rtlCol="0" anchor="ctr"/>
          <a:lstStyle/>
          <a:p>
            <a:pPr marL="0" indent="0">
              <a:buNone/>
            </a:pPr>
            <a:r>
              <a:rPr lang="en-US" sz="900" b="1" dirty="0">
                <a:solidFill>
                  <a:srgbClr val="BA7517"/>
                </a:solidFill>
                <a:latin typeface="Arial" pitchFamily="34" charset="0"/>
                <a:ea typeface="Arial" pitchFamily="34" charset="-122"/>
                <a:cs typeface="Arial" pitchFamily="34" charset="-120"/>
              </a:rPr>
              <a:t>saves ~6,000 tokens</a:t>
            </a:r>
            <a:endParaRPr lang="en-US" sz="900" dirty="0"/>
          </a:p>
        </p:txBody>
      </p:sp>
      <p:sp>
        <p:nvSpPr>
          <p:cNvPr id="41" name="Shape 39"/>
          <p:cNvSpPr/>
          <p:nvPr/>
        </p:nvSpPr>
        <p:spPr>
          <a:xfrm>
            <a:off x="5806440" y="2578608"/>
            <a:ext cx="2880360" cy="402336"/>
          </a:xfrm>
          <a:prstGeom prst="roundRect">
            <a:avLst>
              <a:gd name="adj" fmla="val 18182"/>
            </a:avLst>
          </a:prstGeom>
          <a:solidFill>
            <a:srgbClr val="EBF2FA"/>
          </a:solidFill>
          <a:ln w="6350">
            <a:solidFill>
              <a:srgbClr val="D3D1C7"/>
            </a:solidFill>
            <a:prstDash val="solid"/>
          </a:ln>
        </p:spPr>
        <p:txBody>
          <a:bodyPr/>
          <a:lstStyle/>
          <a:p>
            <a:endParaRPr lang="en-US"/>
          </a:p>
        </p:txBody>
      </p:sp>
      <p:sp>
        <p:nvSpPr>
          <p:cNvPr id="42" name="Text 40"/>
          <p:cNvSpPr/>
          <p:nvPr/>
        </p:nvSpPr>
        <p:spPr>
          <a:xfrm>
            <a:off x="5897880" y="2615184"/>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Shared base prompt</a:t>
            </a:r>
            <a:endParaRPr lang="en-US" sz="950" dirty="0"/>
          </a:p>
        </p:txBody>
      </p:sp>
      <p:sp>
        <p:nvSpPr>
          <p:cNvPr id="43" name="Text 41"/>
          <p:cNvSpPr/>
          <p:nvPr/>
        </p:nvSpPr>
        <p:spPr>
          <a:xfrm>
            <a:off x="5897880" y="2798064"/>
            <a:ext cx="2697480" cy="164592"/>
          </a:xfrm>
          <a:prstGeom prst="rect">
            <a:avLst/>
          </a:prstGeom>
          <a:noFill/>
          <a:ln/>
        </p:spPr>
        <p:txBody>
          <a:bodyPr wrap="square" rtlCol="0" anchor="ctr"/>
          <a:lstStyle/>
          <a:p>
            <a:pPr marL="0" indent="0">
              <a:buNone/>
            </a:pPr>
            <a:r>
              <a:rPr lang="en-US" sz="900" b="1" dirty="0">
                <a:solidFill>
                  <a:srgbClr val="1B4F9B"/>
                </a:solidFill>
                <a:latin typeface="Arial" pitchFamily="34" charset="0"/>
                <a:ea typeface="Arial" pitchFamily="34" charset="-122"/>
                <a:cs typeface="Arial" pitchFamily="34" charset="-120"/>
              </a:rPr>
              <a:t>saves ~5,000 tokens</a:t>
            </a:r>
            <a:endParaRPr lang="en-US" sz="900" dirty="0"/>
          </a:p>
        </p:txBody>
      </p:sp>
      <p:sp>
        <p:nvSpPr>
          <p:cNvPr id="44" name="Shape 42"/>
          <p:cNvSpPr/>
          <p:nvPr/>
        </p:nvSpPr>
        <p:spPr>
          <a:xfrm>
            <a:off x="5806440" y="3054096"/>
            <a:ext cx="2880360" cy="402336"/>
          </a:xfrm>
          <a:prstGeom prst="roundRect">
            <a:avLst>
              <a:gd name="adj" fmla="val 18182"/>
            </a:avLst>
          </a:prstGeom>
          <a:solidFill>
            <a:srgbClr val="EBEBEB"/>
          </a:solidFill>
          <a:ln w="6350">
            <a:solidFill>
              <a:srgbClr val="D3D1C7"/>
            </a:solidFill>
            <a:prstDash val="solid"/>
          </a:ln>
        </p:spPr>
        <p:txBody>
          <a:bodyPr/>
          <a:lstStyle/>
          <a:p>
            <a:endParaRPr lang="en-US"/>
          </a:p>
        </p:txBody>
      </p:sp>
      <p:sp>
        <p:nvSpPr>
          <p:cNvPr id="45" name="Text 43"/>
          <p:cNvSpPr/>
          <p:nvPr/>
        </p:nvSpPr>
        <p:spPr>
          <a:xfrm>
            <a:off x="5897880" y="3090672"/>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Doc section routing (planned)</a:t>
            </a:r>
            <a:endParaRPr lang="en-US" sz="950" dirty="0"/>
          </a:p>
        </p:txBody>
      </p:sp>
      <p:sp>
        <p:nvSpPr>
          <p:cNvPr id="46" name="Text 44"/>
          <p:cNvSpPr/>
          <p:nvPr/>
        </p:nvSpPr>
        <p:spPr>
          <a:xfrm>
            <a:off x="5897880" y="3273552"/>
            <a:ext cx="2697480" cy="164592"/>
          </a:xfrm>
          <a:prstGeom prst="rect">
            <a:avLst/>
          </a:prstGeom>
          <a:noFill/>
          <a:ln/>
        </p:spPr>
        <p:txBody>
          <a:bodyPr wrap="square" rtlCol="0" anchor="ctr"/>
          <a:lstStyle/>
          <a:p>
            <a:pPr marL="0" indent="0">
              <a:buNone/>
            </a:pPr>
            <a:r>
              <a:rPr lang="en-US" sz="900" b="1" dirty="0">
                <a:solidFill>
                  <a:srgbClr val="64635E"/>
                </a:solidFill>
                <a:latin typeface="Arial" pitchFamily="34" charset="0"/>
                <a:ea typeface="Arial" pitchFamily="34" charset="-122"/>
                <a:cs typeface="Arial" pitchFamily="34" charset="-120"/>
              </a:rPr>
              <a:t>saves ~20,000 tokens</a:t>
            </a:r>
            <a:endParaRPr lang="en-US" sz="900" dirty="0"/>
          </a:p>
        </p:txBody>
      </p:sp>
      <p:sp>
        <p:nvSpPr>
          <p:cNvPr id="47" name="Shape 45"/>
          <p:cNvSpPr/>
          <p:nvPr/>
        </p:nvSpPr>
        <p:spPr>
          <a:xfrm>
            <a:off x="5806440" y="3529584"/>
            <a:ext cx="2880360" cy="402336"/>
          </a:xfrm>
          <a:prstGeom prst="roundRect">
            <a:avLst>
              <a:gd name="adj" fmla="val 18182"/>
            </a:avLst>
          </a:prstGeom>
          <a:solidFill>
            <a:srgbClr val="E1F5EE"/>
          </a:solidFill>
          <a:ln w="6350">
            <a:solidFill>
              <a:srgbClr val="D3D1C7"/>
            </a:solidFill>
            <a:prstDash val="solid"/>
          </a:ln>
        </p:spPr>
        <p:txBody>
          <a:bodyPr/>
          <a:lstStyle/>
          <a:p>
            <a:endParaRPr lang="en-US"/>
          </a:p>
        </p:txBody>
      </p:sp>
      <p:sp>
        <p:nvSpPr>
          <p:cNvPr id="48" name="Text 46"/>
          <p:cNvSpPr/>
          <p:nvPr/>
        </p:nvSpPr>
        <p:spPr>
          <a:xfrm>
            <a:off x="5897880" y="3566160"/>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Prompt caching (planned)</a:t>
            </a:r>
            <a:endParaRPr lang="en-US" sz="950" dirty="0"/>
          </a:p>
        </p:txBody>
      </p:sp>
      <p:sp>
        <p:nvSpPr>
          <p:cNvPr id="49" name="Text 47"/>
          <p:cNvSpPr/>
          <p:nvPr/>
        </p:nvSpPr>
        <p:spPr>
          <a:xfrm>
            <a:off x="5897880" y="3749040"/>
            <a:ext cx="2697480" cy="164592"/>
          </a:xfrm>
          <a:prstGeom prst="rect">
            <a:avLst/>
          </a:prstGeom>
          <a:noFill/>
          <a:ln/>
        </p:spPr>
        <p:txBody>
          <a:bodyPr wrap="square" rtlCol="0" anchor="ctr"/>
          <a:lstStyle/>
          <a:p>
            <a:pPr marL="0" indent="0">
              <a:buNone/>
            </a:pPr>
            <a:r>
              <a:rPr lang="en-US" sz="900" b="1" dirty="0">
                <a:solidFill>
                  <a:srgbClr val="0F6E56"/>
                </a:solidFill>
                <a:latin typeface="Arial" pitchFamily="34" charset="0"/>
                <a:ea typeface="Arial" pitchFamily="34" charset="-122"/>
                <a:cs typeface="Arial" pitchFamily="34" charset="-120"/>
              </a:rPr>
              <a:t>saves 90% on system prompts</a:t>
            </a:r>
            <a:endParaRPr lang="en-US" sz="900" dirty="0"/>
          </a:p>
        </p:txBody>
      </p:sp>
      <p:sp>
        <p:nvSpPr>
          <p:cNvPr id="50" name="Text 48"/>
          <p:cNvSpPr/>
          <p:nvPr/>
        </p:nvSpPr>
        <p:spPr>
          <a:xfrm>
            <a:off x="502920" y="4462272"/>
            <a:ext cx="8138160" cy="256032"/>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After optimisations: ~$0.08–0.12 per session  ·  Full 9-agent run reserved for demo rehearsal only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651760" cy="3246120"/>
          </a:xfrm>
          <a:prstGeom prst="roundRect">
            <a:avLst>
              <a:gd name="adj" fmla="val 2759"/>
            </a:avLst>
          </a:prstGeom>
          <a:solidFill>
            <a:srgbClr val="E1F5EE"/>
          </a:solidFill>
          <a:ln w="6350">
            <a:solidFill>
              <a:srgbClr val="D3D1C7"/>
            </a:solidFill>
            <a:prstDash val="solid"/>
          </a:ln>
        </p:spPr>
        <p:txBody>
          <a:bodyPr/>
          <a:lstStyle/>
          <a:p>
            <a:endParaRPr lang="en-US"/>
          </a:p>
        </p:txBody>
      </p:sp>
      <p:sp>
        <p:nvSpPr>
          <p:cNvPr id="6" name="Shape 4"/>
          <p:cNvSpPr/>
          <p:nvPr/>
        </p:nvSpPr>
        <p:spPr>
          <a:xfrm>
            <a:off x="411480" y="1325880"/>
            <a:ext cx="2651760" cy="384048"/>
          </a:xfrm>
          <a:prstGeom prst="roundRect">
            <a:avLst>
              <a:gd name="adj" fmla="val 19048"/>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1792224"/>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304288"/>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2816352"/>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328416"/>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3840480"/>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325880"/>
            <a:ext cx="2651760" cy="3246120"/>
          </a:xfrm>
          <a:prstGeom prst="roundRect">
            <a:avLst>
              <a:gd name="adj" fmla="val 2759"/>
            </a:avLst>
          </a:prstGeom>
          <a:solidFill>
            <a:srgbClr val="EBF2FA"/>
          </a:solidFill>
          <a:ln w="6350">
            <a:solidFill>
              <a:srgbClr val="D3D1C7"/>
            </a:solidFill>
            <a:prstDash val="solid"/>
          </a:ln>
        </p:spPr>
        <p:txBody>
          <a:bodyPr/>
          <a:lstStyle/>
          <a:p>
            <a:endParaRPr lang="en-US"/>
          </a:p>
        </p:txBody>
      </p:sp>
      <p:sp>
        <p:nvSpPr>
          <p:cNvPr id="14" name="Shape 12"/>
          <p:cNvSpPr/>
          <p:nvPr/>
        </p:nvSpPr>
        <p:spPr>
          <a:xfrm>
            <a:off x="3227832" y="1325880"/>
            <a:ext cx="2651760" cy="384048"/>
          </a:xfrm>
          <a:prstGeom prst="roundRect">
            <a:avLst>
              <a:gd name="adj" fmla="val 19048"/>
            </a:avLst>
          </a:prstGeom>
          <a:solidFill>
            <a:srgbClr val="1B4F9B"/>
          </a:solidFill>
          <a:ln w="12700">
            <a:solidFill>
              <a:srgbClr val="1B4F9B"/>
            </a:solidFill>
            <a:prstDash val="solid"/>
          </a:ln>
        </p:spPr>
        <p:txBody>
          <a:bodyPr/>
          <a:lstStyle/>
          <a:p>
            <a:endParaRPr lang="en-US"/>
          </a:p>
        </p:txBody>
      </p:sp>
      <p:sp>
        <p:nvSpPr>
          <p:cNvPr id="15" name="Text 13"/>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Also done</a:t>
            </a:r>
            <a:endParaRPr lang="en-US" sz="1200" dirty="0"/>
          </a:p>
        </p:txBody>
      </p:sp>
      <p:sp>
        <p:nvSpPr>
          <p:cNvPr id="16" name="Text 14"/>
          <p:cNvSpPr/>
          <p:nvPr/>
        </p:nvSpPr>
        <p:spPr>
          <a:xfrm>
            <a:off x="3364992" y="1792224"/>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304288"/>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2816352"/>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328416"/>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3840480"/>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325880"/>
            <a:ext cx="2651760" cy="3246120"/>
          </a:xfrm>
          <a:prstGeom prst="roundRect">
            <a:avLst>
              <a:gd name="adj" fmla="val 2759"/>
            </a:avLst>
          </a:prstGeom>
          <a:solidFill>
            <a:srgbClr val="FAEEDA"/>
          </a:solidFill>
          <a:ln w="6350">
            <a:solidFill>
              <a:srgbClr val="D3D1C7"/>
            </a:solidFill>
            <a:prstDash val="solid"/>
          </a:ln>
        </p:spPr>
        <p:txBody>
          <a:bodyPr/>
          <a:lstStyle/>
          <a:p>
            <a:endParaRPr lang="en-US"/>
          </a:p>
        </p:txBody>
      </p:sp>
      <p:sp>
        <p:nvSpPr>
          <p:cNvPr id="22" name="Shape 20"/>
          <p:cNvSpPr/>
          <p:nvPr/>
        </p:nvSpPr>
        <p:spPr>
          <a:xfrm>
            <a:off x="6044184" y="1325880"/>
            <a:ext cx="2651760" cy="384048"/>
          </a:xfrm>
          <a:prstGeom prst="roundRect">
            <a:avLst>
              <a:gd name="adj" fmla="val 19048"/>
            </a:avLst>
          </a:prstGeom>
          <a:solidFill>
            <a:srgbClr val="BA7517"/>
          </a:solidFill>
          <a:ln w="12700">
            <a:solidFill>
              <a:srgbClr val="BA7517"/>
            </a:solidFill>
            <a:prstDash val="solid"/>
          </a:ln>
        </p:spPr>
        <p:txBody>
          <a:bodyPr/>
          <a:lstStyle/>
          <a:p>
            <a:endParaRPr lang="en-US"/>
          </a:p>
        </p:txBody>
      </p:sp>
      <p:sp>
        <p:nvSpPr>
          <p:cNvPr id="23" name="Text 21"/>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Planned</a:t>
            </a:r>
            <a:endParaRPr lang="en-US" sz="1200" dirty="0"/>
          </a:p>
        </p:txBody>
      </p:sp>
      <p:sp>
        <p:nvSpPr>
          <p:cNvPr id="24" name="Text 22"/>
          <p:cNvSpPr/>
          <p:nvPr/>
        </p:nvSpPr>
        <p:spPr>
          <a:xfrm>
            <a:off x="6181344" y="1792224"/>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304288"/>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2816352"/>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328416"/>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3840480"/>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3227832"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6044184"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11480"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2" name="Text 20"/>
          <p:cNvSpPr/>
          <p:nvPr/>
        </p:nvSpPr>
        <p:spPr>
          <a:xfrm>
            <a:off x="3227832"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6" name="Text 24"/>
          <p:cNvSpPr/>
          <p:nvPr/>
        </p:nvSpPr>
        <p:spPr>
          <a:xfrm>
            <a:off x="6044184"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marL="0" indent="0" algn="ctr">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txBody>
          <a:bodyPr/>
          <a:lstStyle/>
          <a:p>
            <a:endParaRPr lang="en-US"/>
          </a:p>
        </p:txBody>
      </p:sp>
      <p:sp>
        <p:nvSpPr>
          <p:cNvPr id="5" name="Text 3"/>
          <p:cNvSpPr/>
          <p:nvPr/>
        </p:nvSpPr>
        <p:spPr>
          <a:xfrm>
            <a:off x="91440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marL="0" indent="0" algn="ctr">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marL="0" indent="0" algn="ctr">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txBody>
          <a:bodyPr/>
          <a:lstStyle/>
          <a:p>
            <a:endParaRPr lang="en-US"/>
          </a:p>
        </p:txBody>
      </p:sp>
      <p:sp>
        <p:nvSpPr>
          <p:cNvPr id="5" name="Text 3"/>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41148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466344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1148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66344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27" name="Text 25"/>
          <p:cNvSpPr/>
          <p:nvPr/>
        </p:nvSpPr>
        <p:spPr>
          <a:xfrm>
            <a:off x="41148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32" name="Text 30"/>
          <p:cNvSpPr/>
          <p:nvPr/>
        </p:nvSpPr>
        <p:spPr>
          <a:xfrm>
            <a:off x="466344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37" name="Text 35"/>
          <p:cNvSpPr/>
          <p:nvPr/>
        </p:nvSpPr>
        <p:spPr>
          <a:xfrm>
            <a:off x="41148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66344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txBody>
          <a:bodyPr/>
          <a:lstStyle/>
          <a:p>
            <a:endParaRPr lang="en-US"/>
          </a:p>
        </p:txBody>
      </p:sp>
      <p:sp>
        <p:nvSpPr>
          <p:cNvPr id="47" name="Text 45"/>
          <p:cNvSpPr/>
          <p:nvPr/>
        </p:nvSpPr>
        <p:spPr>
          <a:xfrm>
            <a:off x="411480" y="4343400"/>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117043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331927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marL="0" indent="0" algn="ctr">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46811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61695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txBody>
          <a:bodyPr/>
          <a:lstStyle/>
          <a:p>
            <a:endParaRPr lang="en-US"/>
          </a:p>
        </p:txBody>
      </p:sp>
      <p:sp>
        <p:nvSpPr>
          <p:cNvPr id="34" name="Text 32"/>
          <p:cNvSpPr/>
          <p:nvPr/>
        </p:nvSpPr>
        <p:spPr>
          <a:xfrm>
            <a:off x="117043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marL="0" indent="0" algn="ctr">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txBody>
          <a:bodyPr/>
          <a:lstStyle/>
          <a:p>
            <a:endParaRPr lang="en-US"/>
          </a:p>
        </p:txBody>
      </p:sp>
      <p:sp>
        <p:nvSpPr>
          <p:cNvPr id="41" name="Text 39"/>
          <p:cNvSpPr/>
          <p:nvPr/>
        </p:nvSpPr>
        <p:spPr>
          <a:xfrm>
            <a:off x="331927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marL="0" indent="0" algn="ctr">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txBody>
          <a:bodyPr/>
          <a:lstStyle/>
          <a:p>
            <a:endParaRPr lang="en-US"/>
          </a:p>
        </p:txBody>
      </p:sp>
      <p:sp>
        <p:nvSpPr>
          <p:cNvPr id="48" name="Text 46"/>
          <p:cNvSpPr/>
          <p:nvPr/>
        </p:nvSpPr>
        <p:spPr>
          <a:xfrm>
            <a:off x="546811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marL="0" indent="0" algn="ctr">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txBody>
          <a:bodyPr/>
          <a:lstStyle/>
          <a:p>
            <a:endParaRPr lang="en-US"/>
          </a:p>
        </p:txBody>
      </p:sp>
      <p:sp>
        <p:nvSpPr>
          <p:cNvPr id="55" name="Text 53"/>
          <p:cNvSpPr/>
          <p:nvPr/>
        </p:nvSpPr>
        <p:spPr>
          <a:xfrm>
            <a:off x="761695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txBody>
          <a:bodyPr/>
          <a:lstStyle/>
          <a:p>
            <a:endParaRPr lang="en-US"/>
          </a:p>
        </p:txBody>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txBody>
          <a:bodyPr/>
          <a:lstStyle/>
          <a:p>
            <a:endParaRPr lang="en-US"/>
          </a:p>
        </p:txBody>
      </p:sp>
      <p:sp>
        <p:nvSpPr>
          <p:cNvPr id="6" name="Text 4"/>
          <p:cNvSpPr/>
          <p:nvPr/>
        </p:nvSpPr>
        <p:spPr>
          <a:xfrm>
            <a:off x="566928" y="1261872"/>
            <a:ext cx="4114800" cy="201168"/>
          </a:xfrm>
          <a:prstGeom prst="rect">
            <a:avLst/>
          </a:prstGeom>
          <a:noFill/>
          <a:ln/>
        </p:spPr>
        <p:txBody>
          <a:bodyPr wrap="square" rtlCol="0" anchor="ctr"/>
          <a:lstStyle/>
          <a:p>
            <a:pPr marL="0" indent="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txBody>
          <a:bodyPr/>
          <a:lstStyle/>
          <a:p>
            <a:endParaRPr lang="en-US"/>
          </a:p>
        </p:txBody>
      </p:sp>
      <p:sp>
        <p:nvSpPr>
          <p:cNvPr id="10" name="Text 8"/>
          <p:cNvSpPr/>
          <p:nvPr/>
        </p:nvSpPr>
        <p:spPr>
          <a:xfrm>
            <a:off x="566928" y="2157984"/>
            <a:ext cx="4114800" cy="201168"/>
          </a:xfrm>
          <a:prstGeom prst="rect">
            <a:avLst/>
          </a:prstGeom>
          <a:noFill/>
          <a:ln/>
        </p:spPr>
        <p:txBody>
          <a:bodyPr wrap="square" rtlCol="0" anchor="ctr"/>
          <a:lstStyle/>
          <a:p>
            <a:pPr marL="0" indent="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txBody>
          <a:bodyPr/>
          <a:lstStyle/>
          <a:p>
            <a:endParaRPr lang="en-US"/>
          </a:p>
        </p:txBody>
      </p:sp>
      <p:sp>
        <p:nvSpPr>
          <p:cNvPr id="14" name="Text 12"/>
          <p:cNvSpPr/>
          <p:nvPr/>
        </p:nvSpPr>
        <p:spPr>
          <a:xfrm>
            <a:off x="566928" y="3054096"/>
            <a:ext cx="4114800" cy="201168"/>
          </a:xfrm>
          <a:prstGeom prst="rect">
            <a:avLst/>
          </a:prstGeom>
          <a:noFill/>
          <a:ln/>
        </p:spPr>
        <p:txBody>
          <a:bodyPr wrap="square" rtlCol="0" anchor="ctr"/>
          <a:lstStyle/>
          <a:p>
            <a:pPr marL="0" indent="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txBody>
          <a:bodyPr/>
          <a:lstStyle/>
          <a:p>
            <a:endParaRPr lang="en-US"/>
          </a:p>
        </p:txBody>
      </p:sp>
      <p:sp>
        <p:nvSpPr>
          <p:cNvPr id="18" name="Text 16"/>
          <p:cNvSpPr/>
          <p:nvPr/>
        </p:nvSpPr>
        <p:spPr>
          <a:xfrm>
            <a:off x="566928" y="3950208"/>
            <a:ext cx="4114800" cy="201168"/>
          </a:xfrm>
          <a:prstGeom prst="rect">
            <a:avLst/>
          </a:prstGeom>
          <a:noFill/>
          <a:ln/>
        </p:spPr>
        <p:txBody>
          <a:bodyPr wrap="square" rtlCol="0" anchor="ctr"/>
          <a:lstStyle/>
          <a:p>
            <a:pPr marL="0" indent="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marL="0" indent="0" algn="ctr">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3246120" y="1335024"/>
            <a:ext cx="26517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txBody>
          <a:bodyPr/>
          <a:lstStyle/>
          <a:p>
            <a:endParaRPr lang="en-US"/>
          </a:p>
        </p:txBody>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txBody>
          <a:bodyPr/>
          <a:lstStyle/>
          <a:p>
            <a:endParaRPr lang="en-US"/>
          </a:p>
        </p:txBody>
      </p:sp>
      <p:sp>
        <p:nvSpPr>
          <p:cNvPr id="10" name="Text 8"/>
          <p:cNvSpPr/>
          <p:nvPr/>
        </p:nvSpPr>
        <p:spPr>
          <a:xfrm>
            <a:off x="3749040" y="1810512"/>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txBody>
          <a:bodyPr/>
          <a:lstStyle/>
          <a:p>
            <a:endParaRPr lang="en-US"/>
          </a:p>
        </p:txBody>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3749040" y="2322576"/>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txBody>
          <a:bodyPr/>
          <a:lstStyle/>
          <a:p>
            <a:endParaRPr lang="en-US"/>
          </a:p>
        </p:txBody>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749040" y="2834640"/>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txBody>
          <a:bodyPr/>
          <a:lstStyle/>
          <a:p>
            <a:endParaRPr lang="en-US"/>
          </a:p>
        </p:txBody>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txBody>
          <a:bodyPr/>
          <a:lstStyle/>
          <a:p>
            <a:endParaRPr lang="en-US"/>
          </a:p>
        </p:txBody>
      </p:sp>
      <p:sp>
        <p:nvSpPr>
          <p:cNvPr id="19" name="Text 17"/>
          <p:cNvSpPr/>
          <p:nvPr/>
        </p:nvSpPr>
        <p:spPr>
          <a:xfrm>
            <a:off x="3749040" y="3346704"/>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txBody>
          <a:bodyPr/>
          <a:lstStyle/>
          <a:p>
            <a:endParaRPr lang="en-US"/>
          </a:p>
        </p:txBody>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txBody>
          <a:bodyPr/>
          <a:lstStyle/>
          <a:p>
            <a:endParaRPr lang="en-US"/>
          </a:p>
        </p:txBody>
      </p:sp>
      <p:sp>
        <p:nvSpPr>
          <p:cNvPr id="22" name="Text 20"/>
          <p:cNvSpPr/>
          <p:nvPr/>
        </p:nvSpPr>
        <p:spPr>
          <a:xfrm>
            <a:off x="3749040" y="3858768"/>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457200" y="15819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marL="0" indent="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txBody>
          <a:bodyPr/>
          <a:lstStyle/>
          <a:p>
            <a:endParaRPr lang="en-US"/>
          </a:p>
        </p:txBody>
      </p:sp>
      <p:sp>
        <p:nvSpPr>
          <p:cNvPr id="27" name="Text 25"/>
          <p:cNvSpPr/>
          <p:nvPr/>
        </p:nvSpPr>
        <p:spPr>
          <a:xfrm>
            <a:off x="3149241" y="1709540"/>
            <a:ext cx="164592" cy="228600"/>
          </a:xfrm>
          <a:prstGeom prst="rect">
            <a:avLst/>
          </a:prstGeom>
          <a:noFill/>
          <a:ln/>
        </p:spPr>
        <p:txBody>
          <a:bodyPr wrap="square" rtlCol="0" anchor="ctr"/>
          <a:lstStyle/>
          <a:p>
            <a:pPr marL="0" indent="0" algn="ctr">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9" name="Text 27"/>
          <p:cNvSpPr/>
          <p:nvPr/>
        </p:nvSpPr>
        <p:spPr>
          <a:xfrm>
            <a:off x="457200" y="2606040"/>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marL="0" indent="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txBody>
          <a:bodyPr/>
          <a:lstStyle/>
          <a:p>
            <a:endParaRPr lang="en-US"/>
          </a:p>
        </p:txBody>
      </p:sp>
      <p:sp>
        <p:nvSpPr>
          <p:cNvPr id="32" name="Text 30"/>
          <p:cNvSpPr/>
          <p:nvPr/>
        </p:nvSpPr>
        <p:spPr>
          <a:xfrm>
            <a:off x="3145356" y="2735640"/>
            <a:ext cx="164592" cy="228600"/>
          </a:xfrm>
          <a:prstGeom prst="rect">
            <a:avLst/>
          </a:prstGeom>
          <a:noFill/>
          <a:ln/>
        </p:spPr>
        <p:txBody>
          <a:bodyPr wrap="square" rtlCol="0" anchor="ctr"/>
          <a:lstStyle/>
          <a:p>
            <a:pPr marL="0" indent="0" algn="ctr">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4" name="Text 32"/>
          <p:cNvSpPr/>
          <p:nvPr/>
        </p:nvSpPr>
        <p:spPr>
          <a:xfrm>
            <a:off x="457200" y="3630168"/>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marL="0" indent="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txBody>
          <a:bodyPr/>
          <a:lstStyle/>
          <a:p>
            <a:endParaRPr lang="en-US"/>
          </a:p>
        </p:txBody>
      </p:sp>
      <p:sp>
        <p:nvSpPr>
          <p:cNvPr id="37" name="Text 35"/>
          <p:cNvSpPr/>
          <p:nvPr/>
        </p:nvSpPr>
        <p:spPr>
          <a:xfrm>
            <a:off x="3150108" y="3762756"/>
            <a:ext cx="164592" cy="228600"/>
          </a:xfrm>
          <a:prstGeom prst="rect">
            <a:avLst/>
          </a:prstGeom>
          <a:noFill/>
          <a:ln/>
        </p:spPr>
        <p:txBody>
          <a:bodyPr wrap="square" rtlCol="0" anchor="ctr"/>
          <a:lstStyle/>
          <a:p>
            <a:pPr marL="0" indent="0" algn="ctr">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9" name="Text 37"/>
          <p:cNvSpPr/>
          <p:nvPr/>
        </p:nvSpPr>
        <p:spPr>
          <a:xfrm>
            <a:off x="6355080" y="199339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marL="0" indent="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txBody>
          <a:bodyPr/>
          <a:lstStyle/>
          <a:p>
            <a:endParaRPr lang="en-US"/>
          </a:p>
        </p:txBody>
      </p:sp>
      <p:sp>
        <p:nvSpPr>
          <p:cNvPr id="42" name="Text 40"/>
          <p:cNvSpPr/>
          <p:nvPr/>
        </p:nvSpPr>
        <p:spPr>
          <a:xfrm>
            <a:off x="5806440" y="2121528"/>
            <a:ext cx="182880" cy="228600"/>
          </a:xfrm>
          <a:prstGeom prst="rect">
            <a:avLst/>
          </a:prstGeom>
          <a:noFill/>
          <a:ln/>
        </p:spPr>
        <p:txBody>
          <a:bodyPr wrap="square" rtlCol="0" anchor="ctr"/>
          <a:lstStyle/>
          <a:p>
            <a:pPr marL="0" indent="0" algn="ctr">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4" name="Text 42"/>
          <p:cNvSpPr/>
          <p:nvPr/>
        </p:nvSpPr>
        <p:spPr>
          <a:xfrm>
            <a:off x="6355080" y="31821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marL="0" indent="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txBody>
          <a:bodyPr/>
          <a:lstStyle/>
          <a:p>
            <a:endParaRPr lang="en-US"/>
          </a:p>
        </p:txBody>
      </p:sp>
      <p:sp>
        <p:nvSpPr>
          <p:cNvPr id="47" name="Text 45"/>
          <p:cNvSpPr/>
          <p:nvPr/>
        </p:nvSpPr>
        <p:spPr>
          <a:xfrm>
            <a:off x="5824728" y="3307887"/>
            <a:ext cx="182880" cy="228600"/>
          </a:xfrm>
          <a:prstGeom prst="rect">
            <a:avLst/>
          </a:prstGeom>
          <a:noFill/>
          <a:ln/>
        </p:spPr>
        <p:txBody>
          <a:bodyPr wrap="square" rtlCol="0" anchor="ctr"/>
          <a:lstStyle/>
          <a:p>
            <a:pPr marL="0" indent="0" algn="ctr">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548640" y="1335024"/>
            <a:ext cx="3886200" cy="256032"/>
          </a:xfrm>
          <a:prstGeom prst="rect">
            <a:avLst/>
          </a:prstGeom>
          <a:noFill/>
          <a:ln/>
        </p:spPr>
        <p:txBody>
          <a:bodyPr wrap="square" rtlCol="0" anchor="ctr"/>
          <a:lstStyle/>
          <a:p>
            <a:pPr marL="0" indent="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marL="0" indent="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txBody>
          <a:bodyPr/>
          <a:lstStyle/>
          <a:p>
            <a:endParaRPr lang="en-US"/>
          </a:p>
        </p:txBody>
      </p:sp>
      <p:sp>
        <p:nvSpPr>
          <p:cNvPr id="14" name="Text 12"/>
          <p:cNvSpPr/>
          <p:nvPr/>
        </p:nvSpPr>
        <p:spPr>
          <a:xfrm>
            <a:off x="4800600" y="1335024"/>
            <a:ext cx="3886200" cy="256032"/>
          </a:xfrm>
          <a:prstGeom prst="rect">
            <a:avLst/>
          </a:prstGeom>
          <a:noFill/>
          <a:ln/>
        </p:spPr>
        <p:txBody>
          <a:bodyPr wrap="square" rtlCol="0" anchor="ctr"/>
          <a:lstStyle/>
          <a:p>
            <a:pPr marL="0" indent="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marL="0" indent="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txBody>
          <a:bodyPr/>
          <a:lstStyle/>
          <a:p>
            <a:endParaRPr lang="en-US"/>
          </a:p>
        </p:txBody>
      </p:sp>
      <p:sp>
        <p:nvSpPr>
          <p:cNvPr id="21" name="Text 19"/>
          <p:cNvSpPr/>
          <p:nvPr/>
        </p:nvSpPr>
        <p:spPr>
          <a:xfrm>
            <a:off x="548640" y="3145536"/>
            <a:ext cx="3886200" cy="256032"/>
          </a:xfrm>
          <a:prstGeom prst="rect">
            <a:avLst/>
          </a:prstGeom>
          <a:noFill/>
          <a:ln/>
        </p:spPr>
        <p:txBody>
          <a:bodyPr wrap="square" rtlCol="0" anchor="ctr"/>
          <a:lstStyle/>
          <a:p>
            <a:pPr marL="0" indent="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marL="0" indent="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txBody>
          <a:bodyPr/>
          <a:lstStyle/>
          <a:p>
            <a:endParaRPr lang="en-US"/>
          </a:p>
        </p:txBody>
      </p:sp>
      <p:sp>
        <p:nvSpPr>
          <p:cNvPr id="28" name="Text 26"/>
          <p:cNvSpPr/>
          <p:nvPr/>
        </p:nvSpPr>
        <p:spPr>
          <a:xfrm>
            <a:off x="4800600" y="3145536"/>
            <a:ext cx="3886200" cy="256032"/>
          </a:xfrm>
          <a:prstGeom prst="rect">
            <a:avLst/>
          </a:prstGeom>
          <a:noFill/>
          <a:ln/>
        </p:spPr>
        <p:txBody>
          <a:bodyPr wrap="square" rtlCol="0" anchor="ctr"/>
          <a:lstStyle/>
          <a:p>
            <a:pPr marL="0" indent="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marL="0" indent="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marL="0" indent="0">
              <a:buNone/>
            </a:pPr>
            <a:r>
              <a:rPr lang="en-US" sz="900" b="1" kern="0" spc="30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marL="0" indent="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txBody>
          <a:bodyPr/>
          <a:lstStyle/>
          <a:p>
            <a:endParaRPr lang="en-US"/>
          </a:p>
        </p:txBody>
      </p:sp>
      <p:sp>
        <p:nvSpPr>
          <p:cNvPr id="6" name="Text 4"/>
          <p:cNvSpPr/>
          <p:nvPr/>
        </p:nvSpPr>
        <p:spPr>
          <a:xfrm>
            <a:off x="41148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txBody>
          <a:bodyPr/>
          <a:lstStyle/>
          <a:p>
            <a:endParaRPr lang="en-US"/>
          </a:p>
        </p:txBody>
      </p:sp>
      <p:sp>
        <p:nvSpPr>
          <p:cNvPr id="8" name="Text 6"/>
          <p:cNvSpPr/>
          <p:nvPr/>
        </p:nvSpPr>
        <p:spPr>
          <a:xfrm>
            <a:off x="3090672"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txBody>
          <a:bodyPr/>
          <a:lstStyle/>
          <a:p>
            <a:endParaRPr lang="en-US"/>
          </a:p>
        </p:txBody>
      </p:sp>
      <p:sp>
        <p:nvSpPr>
          <p:cNvPr id="10" name="Text 8"/>
          <p:cNvSpPr/>
          <p:nvPr/>
        </p:nvSpPr>
        <p:spPr>
          <a:xfrm>
            <a:off x="576072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2" name="Text 10"/>
          <p:cNvSpPr/>
          <p:nvPr/>
        </p:nvSpPr>
        <p:spPr>
          <a:xfrm>
            <a:off x="548640" y="1627632"/>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5" name="Text 13"/>
          <p:cNvSpPr/>
          <p:nvPr/>
        </p:nvSpPr>
        <p:spPr>
          <a:xfrm>
            <a:off x="548640" y="2743200"/>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8" name="Text 16"/>
          <p:cNvSpPr/>
          <p:nvPr/>
        </p:nvSpPr>
        <p:spPr>
          <a:xfrm>
            <a:off x="548640" y="3858768"/>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Text 19"/>
          <p:cNvSpPr/>
          <p:nvPr/>
        </p:nvSpPr>
        <p:spPr>
          <a:xfrm>
            <a:off x="3227832" y="1627632"/>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3227832" y="2743200"/>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Text 25"/>
          <p:cNvSpPr/>
          <p:nvPr/>
        </p:nvSpPr>
        <p:spPr>
          <a:xfrm>
            <a:off x="3227832" y="3858768"/>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0" name="Text 28"/>
          <p:cNvSpPr/>
          <p:nvPr/>
        </p:nvSpPr>
        <p:spPr>
          <a:xfrm>
            <a:off x="5897880" y="1627632"/>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Text 31"/>
          <p:cNvSpPr/>
          <p:nvPr/>
        </p:nvSpPr>
        <p:spPr>
          <a:xfrm>
            <a:off x="5897880" y="2743200"/>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Text 34"/>
          <p:cNvSpPr/>
          <p:nvPr/>
        </p:nvSpPr>
        <p:spPr>
          <a:xfrm>
            <a:off x="5897880" y="3858768"/>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txBody>
          <a:bodyPr/>
          <a:lstStyle/>
          <a:p>
            <a:endParaRPr lang="en-US"/>
          </a:p>
        </p:txBody>
      </p:sp>
      <p:sp>
        <p:nvSpPr>
          <p:cNvPr id="39" name="Text 37"/>
          <p:cNvSpPr/>
          <p:nvPr/>
        </p:nvSpPr>
        <p:spPr>
          <a:xfrm>
            <a:off x="548640" y="4562856"/>
            <a:ext cx="8046720" cy="32918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2427</Words>
  <Application>Microsoft Office PowerPoint</Application>
  <PresentationFormat>On-screen Show (16:9)</PresentationFormat>
  <Paragraphs>423</Paragraphs>
  <Slides>19</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Ganapatineedi, Rama</cp:lastModifiedBy>
  <cp:revision>3</cp:revision>
  <dcterms:created xsi:type="dcterms:W3CDTF">2026-06-27T03:16:30Z</dcterms:created>
  <dcterms:modified xsi:type="dcterms:W3CDTF">2026-06-30T05:47:06Z</dcterms:modified>
</cp:coreProperties>
</file>