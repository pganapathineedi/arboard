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1887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ARBoard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417320" y="7315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AI-Powered Architecture Review Board  —  Proposal Accelerator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43800" y="118872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2D5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0" y="1188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Accenture  ·  July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Compresses ARB cycle time from weeks to minutes · Reduces review cost by up to 90% · Consistent, governed quality every engagement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" y="969264"/>
            <a:ext cx="4169664" cy="1316736"/>
          </a:xfrm>
          <a:prstGeom prst="roundRect">
            <a:avLst>
              <a:gd name="adj" fmla="val 5556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" y="1060704"/>
            <a:ext cx="475488" cy="201168"/>
          </a:xfrm>
          <a:prstGeom prst="round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0607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WHY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77824" y="10424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The Problem ARBoard Solves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" y="135331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⏱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Traditional ARBs require multiple architects, weeks of scheduling, and significant prep time per engagement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7472" y="158648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⚠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Review quality varies depending on who attends — different specialists flag different risks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" y="181965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📊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High time and effort cost per review cycle. Difficult to scale across frequent Salesforce/CRM delivery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" y="205282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🧠 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No institutional memory — findings and patterns from past engagements are lost between reviews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0" y="969264"/>
            <a:ext cx="437083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0016" y="1060704"/>
            <a:ext cx="475488" cy="201168"/>
          </a:xfrm>
          <a:prstGeom prst="roundRect">
            <a:avLst>
              <a:gd name="adj" fmla="val 13636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10607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HOW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248656" y="10424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How ARBoard Works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81728" y="1353312"/>
            <a:ext cx="310896" cy="310896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10912" y="1508760"/>
            <a:ext cx="49377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170078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F3D"/>
                </a:solidFill>
              </a:rPr>
              <a:t>Upload SDD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572000" y="188366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75569"/>
                </a:solidFill>
              </a:rPr>
              <a:t>PDF / DOCX + diagrams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5522976" y="1353312"/>
            <a:ext cx="310896" cy="310896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22976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52160" y="1508760"/>
            <a:ext cx="49377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31536" y="170078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F3D"/>
                </a:solidFill>
              </a:rPr>
              <a:t>Impact Analysis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413248" y="188366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75569"/>
                </a:solidFill>
              </a:rPr>
              <a:t>Agents &amp; risks identified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6364224" y="1353312"/>
            <a:ext cx="310896" cy="310896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64224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93408" y="1508760"/>
            <a:ext cx="49377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2784" y="170078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F3D"/>
                </a:solidFill>
              </a:rPr>
              <a:t>10-Agent Debate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254496" y="188366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75569"/>
                </a:solidFill>
              </a:rPr>
              <a:t>Sequential deliberation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7205472" y="1353312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05472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34656" y="1508760"/>
            <a:ext cx="49377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14032" y="170078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F3D"/>
                </a:solidFill>
              </a:rPr>
              <a:t>Judge Verdict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7095744" y="188366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75569"/>
                </a:solidFill>
              </a:rPr>
              <a:t>Binding ARB decision</a:t>
            </a:r>
            <a:endParaRPr lang="en-US" sz="550" dirty="0"/>
          </a:p>
        </p:txBody>
      </p:sp>
      <p:sp>
        <p:nvSpPr>
          <p:cNvPr id="42" name="Shape 40"/>
          <p:cNvSpPr/>
          <p:nvPr/>
        </p:nvSpPr>
        <p:spPr>
          <a:xfrm>
            <a:off x="8046720" y="1353312"/>
            <a:ext cx="310896" cy="310896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0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955280" y="170078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F3D"/>
                </a:solidFill>
              </a:rPr>
              <a:t>ADR + Jira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7936992" y="188366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75569"/>
                </a:solidFill>
              </a:rPr>
              <a:t>Persisted &amp; auditable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4681728" y="2066544"/>
            <a:ext cx="4133088" cy="18288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81728" y="2066544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766E"/>
                </a:solidFill>
              </a:rPr>
              <a:t>Grounded in 9 knowledge layers: Well-Architected · SI Failure Patterns · Org Learnings · Skills Library · Episodic Memory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201168" y="2404872"/>
            <a:ext cx="4169664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9184" y="2496312"/>
            <a:ext cx="713232" cy="201168"/>
          </a:xfrm>
          <a:prstGeom prst="roundRect">
            <a:avLst>
              <a:gd name="adj" fmla="val 1363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9184" y="24963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BENEFITS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115568" y="24780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What Your Client Gets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47472" y="278892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750" b="1" dirty="0">
                <a:solidFill>
                  <a:srgbClr val="0F1F3D"/>
                </a:solidFill>
              </a:rPr>
              <a:t>Consistent review quality, 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every engagement — 10 specialist agents with adversarial posture, not a single-lens assessment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47472" y="298094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750" b="1" dirty="0">
                <a:solidFill>
                  <a:srgbClr val="0F1F3D"/>
                </a:solidFill>
              </a:rPr>
              <a:t>Compounding institutional memory 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— org learnings accumulate across every engagement via Supabase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47472" y="317296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750" b="1" dirty="0">
                <a:solidFill>
                  <a:srgbClr val="0F1F3D"/>
                </a:solidFill>
              </a:rPr>
              <a:t>Governed audit trail, 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every time — structured ADR persisted to Supabase + Jira, signed off and auditable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47472" y="336499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750" b="1" dirty="0">
                <a:solidFill>
                  <a:srgbClr val="0F1F3D"/>
                </a:solidFill>
              </a:rPr>
              <a:t>Domain-configurable, 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— failure patterns, compliance standards, and Well-Architected principles injected per client context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47472" y="355701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750" b="1" dirty="0">
                <a:solidFill>
                  <a:srgbClr val="0F1F3D"/>
                </a:solidFill>
              </a:rPr>
              <a:t>Enterprise hardened 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— API key auth, RLS, mock isolation, SHA-256 trace integrity on every session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572000" y="2404872"/>
            <a:ext cx="4370832" cy="1316736"/>
          </a:xfrm>
          <a:prstGeom prst="roundRect">
            <a:avLst>
              <a:gd name="adj" fmla="val 5556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700016" y="2496312"/>
            <a:ext cx="621792" cy="201168"/>
          </a:xfrm>
          <a:prstGeom prst="roundRect">
            <a:avLst>
              <a:gd name="adj" fmla="val 1363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0016" y="249631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F3D"/>
                </a:solidFill>
              </a:rPr>
              <a:t>SAVINGS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394960" y="24780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Indicative Efficiency Gains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663440" y="2788920"/>
            <a:ext cx="987552" cy="877824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2D5F8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284378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~90%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4663440" y="319125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review cost reduction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4663440" y="33924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vs traditional ARB cycle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5742432" y="2788920"/>
            <a:ext cx="987552" cy="877824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2D5F8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42432" y="284378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~95%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5742432" y="319125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faster turnaround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5742432" y="33924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weeks → minutes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6821424" y="2788920"/>
            <a:ext cx="987552" cy="877824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2D5F8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21424" y="284378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100%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6821424" y="319125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governed ADR coverage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6821424" y="33924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every session, every time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7900416" y="2788920"/>
            <a:ext cx="987552" cy="877824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2D5F8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00416" y="284378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↑ Reuse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7900416" y="319125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org learnings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7900416" y="33924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compound across engagements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0" y="3840480"/>
            <a:ext cx="9144000" cy="23774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0" y="384048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ACCENTURE ACCELERATOR  ·  Built on Anthropic Claude (Sonnet + Haiku tiered)  ·  Next.js · TypeScript · Supabase · Jira · Vercel  ·  Rama Ganapathineedi, Lead Architect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201168" y="4096512"/>
            <a:ext cx="2798064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201168" y="4096512"/>
            <a:ext cx="2798064" cy="18288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01168" y="4197096"/>
            <a:ext cx="2798064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01168" y="4105656"/>
            <a:ext cx="2798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Accelerator Benefit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292608" y="4306824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Augments the ARB process — enabling architects to focus on higher-value design and advisory decisions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3182112" y="4096512"/>
            <a:ext cx="2798064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3182112" y="4096512"/>
            <a:ext cx="2798064" cy="182880"/>
          </a:xfrm>
          <a:prstGeom prst="roundRect">
            <a:avLst>
              <a:gd name="adj" fmla="val 30000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82112" y="4197096"/>
            <a:ext cx="2798064" cy="8229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182112" y="4105656"/>
            <a:ext cx="2798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Deployment Model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3273552" y="4306824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Configured per engagement — injected with client compliance standards, failure patterns, and domain-specific Well-Architected principles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6163056" y="4096512"/>
            <a:ext cx="2798064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163056" y="4096512"/>
            <a:ext cx="2798064" cy="1828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63056" y="4197096"/>
            <a:ext cx="2798064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63056" y="4105656"/>
            <a:ext cx="2798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Proposal Positioning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254496" y="4306824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Included as a delivery accelerator — reducing review cycle time, improving governance consistency, and compressing time-to-decision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2026-07-09T07:21:38Z</dcterms:created>
  <dcterms:modified xsi:type="dcterms:W3CDTF">2026-07-09T07:21:38Z</dcterms:modified>
</cp:coreProperties>
</file>